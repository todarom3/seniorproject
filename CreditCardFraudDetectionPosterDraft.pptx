
<file path=[Content_Types].xml><?xml version="1.0" encoding="utf-8"?>
<Types xmlns="http://schemas.openxmlformats.org/package/2006/content-types">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4"/>
  </p:sldMasterIdLst>
  <p:notesMasterIdLst>
    <p:notesMasterId r:id="rId6"/>
  </p:notesMasterIdLst>
  <p:sldIdLst>
    <p:sldId id="276" r:id="rId5"/>
  </p:sldIdLst>
  <p:sldSz cx="38404800" cy="31089600"/>
  <p:notesSz cx="6858000" cy="9144000"/>
  <p:defaultTextStyle>
    <a:defPPr>
      <a:defRPr lang="en-US"/>
    </a:defPPr>
    <a:lvl1pPr algn="l" rtl="0" eaLnBrk="0" fontAlgn="base" hangingPunct="0">
      <a:spcBef>
        <a:spcPct val="0"/>
      </a:spcBef>
      <a:spcAft>
        <a:spcPct val="0"/>
      </a:spcAft>
      <a:defRPr sz="2400" kern="1200">
        <a:solidFill>
          <a:schemeClr val="tx1"/>
        </a:solidFill>
        <a:latin typeface="Times" panose="02020603050405020304" pitchFamily="18" charset="0"/>
        <a:ea typeface="MS PGothic" panose="020B0600070205080204" pitchFamily="34" charset="-128"/>
        <a:cs typeface="+mn-cs"/>
      </a:defRPr>
    </a:lvl1pPr>
    <a:lvl2pPr marL="457200" algn="l" rtl="0" eaLnBrk="0" fontAlgn="base" hangingPunct="0">
      <a:spcBef>
        <a:spcPct val="0"/>
      </a:spcBef>
      <a:spcAft>
        <a:spcPct val="0"/>
      </a:spcAft>
      <a:defRPr sz="2400" kern="1200">
        <a:solidFill>
          <a:schemeClr val="tx1"/>
        </a:solidFill>
        <a:latin typeface="Times" panose="02020603050405020304" pitchFamily="18" charset="0"/>
        <a:ea typeface="MS PGothic" panose="020B0600070205080204" pitchFamily="34" charset="-128"/>
        <a:cs typeface="+mn-cs"/>
      </a:defRPr>
    </a:lvl2pPr>
    <a:lvl3pPr marL="914400" algn="l" rtl="0" eaLnBrk="0" fontAlgn="base" hangingPunct="0">
      <a:spcBef>
        <a:spcPct val="0"/>
      </a:spcBef>
      <a:spcAft>
        <a:spcPct val="0"/>
      </a:spcAft>
      <a:defRPr sz="2400" kern="1200">
        <a:solidFill>
          <a:schemeClr val="tx1"/>
        </a:solidFill>
        <a:latin typeface="Times" panose="02020603050405020304" pitchFamily="18" charset="0"/>
        <a:ea typeface="MS PGothic" panose="020B0600070205080204" pitchFamily="34" charset="-128"/>
        <a:cs typeface="+mn-cs"/>
      </a:defRPr>
    </a:lvl3pPr>
    <a:lvl4pPr marL="1371600" algn="l" rtl="0" eaLnBrk="0" fontAlgn="base" hangingPunct="0">
      <a:spcBef>
        <a:spcPct val="0"/>
      </a:spcBef>
      <a:spcAft>
        <a:spcPct val="0"/>
      </a:spcAft>
      <a:defRPr sz="2400" kern="1200">
        <a:solidFill>
          <a:schemeClr val="tx1"/>
        </a:solidFill>
        <a:latin typeface="Times" panose="02020603050405020304" pitchFamily="18" charset="0"/>
        <a:ea typeface="MS PGothic" panose="020B0600070205080204" pitchFamily="34" charset="-128"/>
        <a:cs typeface="+mn-cs"/>
      </a:defRPr>
    </a:lvl4pPr>
    <a:lvl5pPr marL="1828800" algn="l" rtl="0" eaLnBrk="0" fontAlgn="base" hangingPunct="0">
      <a:spcBef>
        <a:spcPct val="0"/>
      </a:spcBef>
      <a:spcAft>
        <a:spcPct val="0"/>
      </a:spcAft>
      <a:defRPr sz="2400" kern="1200">
        <a:solidFill>
          <a:schemeClr val="tx1"/>
        </a:solidFill>
        <a:latin typeface="Times" panose="02020603050405020304" pitchFamily="18" charset="0"/>
        <a:ea typeface="MS PGothic" panose="020B0600070205080204" pitchFamily="34" charset="-128"/>
        <a:cs typeface="+mn-cs"/>
      </a:defRPr>
    </a:lvl5pPr>
    <a:lvl6pPr marL="2286000" algn="l" defTabSz="914400" rtl="0" eaLnBrk="1" latinLnBrk="0" hangingPunct="1">
      <a:defRPr sz="2400" kern="1200">
        <a:solidFill>
          <a:schemeClr val="tx1"/>
        </a:solidFill>
        <a:latin typeface="Times" panose="02020603050405020304" pitchFamily="18" charset="0"/>
        <a:ea typeface="MS PGothic" panose="020B0600070205080204" pitchFamily="34" charset="-128"/>
        <a:cs typeface="+mn-cs"/>
      </a:defRPr>
    </a:lvl6pPr>
    <a:lvl7pPr marL="2743200" algn="l" defTabSz="914400" rtl="0" eaLnBrk="1" latinLnBrk="0" hangingPunct="1">
      <a:defRPr sz="2400" kern="1200">
        <a:solidFill>
          <a:schemeClr val="tx1"/>
        </a:solidFill>
        <a:latin typeface="Times" panose="02020603050405020304" pitchFamily="18" charset="0"/>
        <a:ea typeface="MS PGothic" panose="020B0600070205080204" pitchFamily="34" charset="-128"/>
        <a:cs typeface="+mn-cs"/>
      </a:defRPr>
    </a:lvl7pPr>
    <a:lvl8pPr marL="3200400" algn="l" defTabSz="914400" rtl="0" eaLnBrk="1" latinLnBrk="0" hangingPunct="1">
      <a:defRPr sz="2400" kern="1200">
        <a:solidFill>
          <a:schemeClr val="tx1"/>
        </a:solidFill>
        <a:latin typeface="Times" panose="02020603050405020304" pitchFamily="18" charset="0"/>
        <a:ea typeface="MS PGothic" panose="020B0600070205080204" pitchFamily="34" charset="-128"/>
        <a:cs typeface="+mn-cs"/>
      </a:defRPr>
    </a:lvl8pPr>
    <a:lvl9pPr marL="3657600" algn="l" defTabSz="914400" rtl="0" eaLnBrk="1" latinLnBrk="0" hangingPunct="1">
      <a:defRPr sz="2400" kern="1200">
        <a:solidFill>
          <a:schemeClr val="tx1"/>
        </a:solidFill>
        <a:latin typeface="Times" panose="02020603050405020304" pitchFamily="18"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9792">
          <p15:clr>
            <a:srgbClr val="A4A3A4"/>
          </p15:clr>
        </p15:guide>
        <p15:guide id="2" pos="1209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D7E"/>
    <a:srgbClr val="00A5D9"/>
    <a:srgbClr val="F58426"/>
    <a:srgbClr val="80A1B6"/>
    <a:srgbClr val="003E7E"/>
    <a:srgbClr val="FDB924"/>
    <a:srgbClr val="E7E1D5"/>
    <a:srgbClr val="F6F1CD"/>
    <a:srgbClr val="C2D1D4"/>
    <a:srgbClr val="E561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6CBC35D-1399-D94B-B89C-69E94A51EC56}" v="4" dt="2024-11-04T22:25:25.263"/>
    <p1510:client id="{F86CCA52-D7E5-44E8-B21B-82F20E124B9C}" v="391" dt="2024-11-05T13:30:47.23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9" d="100"/>
          <a:sy n="19" d="100"/>
        </p:scale>
        <p:origin x="1716" y="0"/>
      </p:cViewPr>
      <p:guideLst>
        <p:guide orient="horz" pos="9792"/>
        <p:guide pos="1209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hley Suchy" userId="84fe8df9-75e9-4cba-87ac-9a635606ae90" providerId="ADAL" clId="{F86CCA52-D7E5-44E8-B21B-82F20E124B9C}"/>
    <pc:docChg chg="undo custSel addSld modSld">
      <pc:chgData name="Ashley Suchy" userId="84fe8df9-75e9-4cba-87ac-9a635606ae90" providerId="ADAL" clId="{F86CCA52-D7E5-44E8-B21B-82F20E124B9C}" dt="2024-11-05T13:37:39.349" v="2416" actId="20577"/>
      <pc:docMkLst>
        <pc:docMk/>
      </pc:docMkLst>
      <pc:sldChg chg="delSp modSp mod">
        <pc:chgData name="Ashley Suchy" userId="84fe8df9-75e9-4cba-87ac-9a635606ae90" providerId="ADAL" clId="{F86CCA52-D7E5-44E8-B21B-82F20E124B9C}" dt="2024-11-04T14:10:11.457" v="925" actId="207"/>
        <pc:sldMkLst>
          <pc:docMk/>
          <pc:sldMk cId="950018446" sldId="276"/>
        </pc:sldMkLst>
        <pc:spChg chg="mod">
          <ac:chgData name="Ashley Suchy" userId="84fe8df9-75e9-4cba-87ac-9a635606ae90" providerId="ADAL" clId="{F86CCA52-D7E5-44E8-B21B-82F20E124B9C}" dt="2024-11-04T14:10:11.457" v="925" actId="207"/>
          <ac:spMkLst>
            <pc:docMk/>
            <pc:sldMk cId="950018446" sldId="276"/>
            <ac:spMk id="15" creationId="{F585C988-05AA-91B4-23C0-FC0B1AAA76BA}"/>
          </ac:spMkLst>
        </pc:spChg>
        <pc:spChg chg="mod">
          <ac:chgData name="Ashley Suchy" userId="84fe8df9-75e9-4cba-87ac-9a635606ae90" providerId="ADAL" clId="{F86CCA52-D7E5-44E8-B21B-82F20E124B9C}" dt="2024-10-31T20:11:33.265" v="138" actId="113"/>
          <ac:spMkLst>
            <pc:docMk/>
            <pc:sldMk cId="950018446" sldId="276"/>
            <ac:spMk id="2053" creationId="{26A39CEA-BCC4-4B2B-8213-6FFFBFC785C9}"/>
          </ac:spMkLst>
        </pc:spChg>
        <pc:spChg chg="mod">
          <ac:chgData name="Ashley Suchy" userId="84fe8df9-75e9-4cba-87ac-9a635606ae90" providerId="ADAL" clId="{F86CCA52-D7E5-44E8-B21B-82F20E124B9C}" dt="2024-10-31T20:11:27.687" v="137" actId="1036"/>
          <ac:spMkLst>
            <pc:docMk/>
            <pc:sldMk cId="950018446" sldId="276"/>
            <ac:spMk id="2054" creationId="{ED792E08-5ACE-46FD-BA6A-7792AFB4E3F6}"/>
          </ac:spMkLst>
        </pc:spChg>
        <pc:graphicFrameChg chg="del">
          <ac:chgData name="Ashley Suchy" userId="84fe8df9-75e9-4cba-87ac-9a635606ae90" providerId="ADAL" clId="{F86CCA52-D7E5-44E8-B21B-82F20E124B9C}" dt="2024-10-31T20:09:09.469" v="0" actId="478"/>
          <ac:graphicFrameMkLst>
            <pc:docMk/>
            <pc:sldMk cId="950018446" sldId="276"/>
            <ac:graphicFrameMk id="4" creationId="{0F26271E-0962-4787-F362-EB2733EAFBE6}"/>
          </ac:graphicFrameMkLst>
        </pc:graphicFrameChg>
      </pc:sldChg>
      <pc:sldChg chg="addSp delSp modSp add mod">
        <pc:chgData name="Ashley Suchy" userId="84fe8df9-75e9-4cba-87ac-9a635606ae90" providerId="ADAL" clId="{F86CCA52-D7E5-44E8-B21B-82F20E124B9C}" dt="2024-11-05T13:37:39.349" v="2416" actId="20577"/>
        <pc:sldMkLst>
          <pc:docMk/>
          <pc:sldMk cId="3150740190" sldId="277"/>
        </pc:sldMkLst>
        <pc:spChg chg="mod">
          <ac:chgData name="Ashley Suchy" userId="84fe8df9-75e9-4cba-87ac-9a635606ae90" providerId="ADAL" clId="{F86CCA52-D7E5-44E8-B21B-82F20E124B9C}" dt="2024-11-04T20:24:07.793" v="1699" actId="1076"/>
          <ac:spMkLst>
            <pc:docMk/>
            <pc:sldMk cId="3150740190" sldId="277"/>
            <ac:spMk id="3" creationId="{9404EBAB-C5B3-EBB9-BD5D-8D35BD74A550}"/>
          </ac:spMkLst>
        </pc:spChg>
        <pc:spChg chg="mod">
          <ac:chgData name="Ashley Suchy" userId="84fe8df9-75e9-4cba-87ac-9a635606ae90" providerId="ADAL" clId="{F86CCA52-D7E5-44E8-B21B-82F20E124B9C}" dt="2024-11-04T20:24:07.793" v="1699" actId="1076"/>
          <ac:spMkLst>
            <pc:docMk/>
            <pc:sldMk cId="3150740190" sldId="277"/>
            <ac:spMk id="5" creationId="{82C99BE9-BAD9-83E4-2FD1-207C6DAB8DDF}"/>
          </ac:spMkLst>
        </pc:spChg>
        <pc:spChg chg="mod">
          <ac:chgData name="Ashley Suchy" userId="84fe8df9-75e9-4cba-87ac-9a635606ae90" providerId="ADAL" clId="{F86CCA52-D7E5-44E8-B21B-82F20E124B9C}" dt="2024-11-04T20:24:07.793" v="1699" actId="1076"/>
          <ac:spMkLst>
            <pc:docMk/>
            <pc:sldMk cId="3150740190" sldId="277"/>
            <ac:spMk id="6" creationId="{50BECF6F-8009-0858-307C-6DE75A28EF66}"/>
          </ac:spMkLst>
        </pc:spChg>
        <pc:spChg chg="del mod topLvl">
          <ac:chgData name="Ashley Suchy" userId="84fe8df9-75e9-4cba-87ac-9a635606ae90" providerId="ADAL" clId="{F86CCA52-D7E5-44E8-B21B-82F20E124B9C}" dt="2024-11-01T15:31:10.364" v="260" actId="478"/>
          <ac:spMkLst>
            <pc:docMk/>
            <pc:sldMk cId="3150740190" sldId="277"/>
            <ac:spMk id="7" creationId="{1B7057D2-C0D9-7CC6-DF85-106E4E06F2FC}"/>
          </ac:spMkLst>
        </pc:spChg>
        <pc:spChg chg="add mod">
          <ac:chgData name="Ashley Suchy" userId="84fe8df9-75e9-4cba-87ac-9a635606ae90" providerId="ADAL" clId="{F86CCA52-D7E5-44E8-B21B-82F20E124B9C}" dt="2024-11-04T20:25:30.344" v="1754" actId="1076"/>
          <ac:spMkLst>
            <pc:docMk/>
            <pc:sldMk cId="3150740190" sldId="277"/>
            <ac:spMk id="7" creationId="{C7F15EB9-4F59-5F29-110C-C8A97E75849E}"/>
          </ac:spMkLst>
        </pc:spChg>
        <pc:spChg chg="add">
          <ac:chgData name="Ashley Suchy" userId="84fe8df9-75e9-4cba-87ac-9a635606ae90" providerId="ADAL" clId="{F86CCA52-D7E5-44E8-B21B-82F20E124B9C}" dt="2024-11-05T13:30:21.881" v="2166"/>
          <ac:spMkLst>
            <pc:docMk/>
            <pc:sldMk cId="3150740190" sldId="277"/>
            <ac:spMk id="8" creationId="{01527D68-A275-97B2-9359-9D65A40FD3F8}"/>
          </ac:spMkLst>
        </pc:spChg>
        <pc:spChg chg="del mod">
          <ac:chgData name="Ashley Suchy" userId="84fe8df9-75e9-4cba-87ac-9a635606ae90" providerId="ADAL" clId="{F86CCA52-D7E5-44E8-B21B-82F20E124B9C}" dt="2024-11-04T20:11:42.091" v="1237"/>
          <ac:spMkLst>
            <pc:docMk/>
            <pc:sldMk cId="3150740190" sldId="277"/>
            <ac:spMk id="8" creationId="{6DCA2C5C-2649-FB24-3103-1FFFE672BB06}"/>
          </ac:spMkLst>
        </pc:spChg>
        <pc:spChg chg="del mod">
          <ac:chgData name="Ashley Suchy" userId="84fe8df9-75e9-4cba-87ac-9a635606ae90" providerId="ADAL" clId="{F86CCA52-D7E5-44E8-B21B-82F20E124B9C}" dt="2024-11-04T20:28:11.711" v="1756" actId="478"/>
          <ac:spMkLst>
            <pc:docMk/>
            <pc:sldMk cId="3150740190" sldId="277"/>
            <ac:spMk id="9" creationId="{5D454D8B-7285-A788-42E5-9F4504CACCCC}"/>
          </ac:spMkLst>
        </pc:spChg>
        <pc:spChg chg="mod topLvl">
          <ac:chgData name="Ashley Suchy" userId="84fe8df9-75e9-4cba-87ac-9a635606ae90" providerId="ADAL" clId="{F86CCA52-D7E5-44E8-B21B-82F20E124B9C}" dt="2024-11-04T20:24:07.793" v="1699" actId="1076"/>
          <ac:spMkLst>
            <pc:docMk/>
            <pc:sldMk cId="3150740190" sldId="277"/>
            <ac:spMk id="10" creationId="{31141002-B3E8-9B09-9A99-5C9E7E5FDF8A}"/>
          </ac:spMkLst>
        </pc:spChg>
        <pc:spChg chg="mod">
          <ac:chgData name="Ashley Suchy" userId="84fe8df9-75e9-4cba-87ac-9a635606ae90" providerId="ADAL" clId="{F86CCA52-D7E5-44E8-B21B-82F20E124B9C}" dt="2024-11-04T20:54:13.365" v="1809" actId="20577"/>
          <ac:spMkLst>
            <pc:docMk/>
            <pc:sldMk cId="3150740190" sldId="277"/>
            <ac:spMk id="11" creationId="{E4994AA7-6E5D-A597-F6E7-70AC991F2F2E}"/>
          </ac:spMkLst>
        </pc:spChg>
        <pc:spChg chg="add mod">
          <ac:chgData name="Ashley Suchy" userId="84fe8df9-75e9-4cba-87ac-9a635606ae90" providerId="ADAL" clId="{F86CCA52-D7E5-44E8-B21B-82F20E124B9C}" dt="2024-11-05T13:30:43.966" v="2168"/>
          <ac:spMkLst>
            <pc:docMk/>
            <pc:sldMk cId="3150740190" sldId="277"/>
            <ac:spMk id="12" creationId="{D6068398-5E2F-B729-DACD-BE9563C44B1C}"/>
          </ac:spMkLst>
        </pc:spChg>
        <pc:spChg chg="del mod">
          <ac:chgData name="Ashley Suchy" userId="84fe8df9-75e9-4cba-87ac-9a635606ae90" providerId="ADAL" clId="{F86CCA52-D7E5-44E8-B21B-82F20E124B9C}" dt="2024-11-04T20:54:01.393" v="1794" actId="478"/>
          <ac:spMkLst>
            <pc:docMk/>
            <pc:sldMk cId="3150740190" sldId="277"/>
            <ac:spMk id="14" creationId="{48F6ACD3-4F76-CC12-44DA-0C2C17574563}"/>
          </ac:spMkLst>
        </pc:spChg>
        <pc:spChg chg="mod">
          <ac:chgData name="Ashley Suchy" userId="84fe8df9-75e9-4cba-87ac-9a635606ae90" providerId="ADAL" clId="{F86CCA52-D7E5-44E8-B21B-82F20E124B9C}" dt="2024-11-05T13:37:39.349" v="2416" actId="20577"/>
          <ac:spMkLst>
            <pc:docMk/>
            <pc:sldMk cId="3150740190" sldId="277"/>
            <ac:spMk id="15" creationId="{C85C970D-B087-A4DB-816A-E95C65FC52BD}"/>
          </ac:spMkLst>
        </pc:spChg>
        <pc:spChg chg="add mod">
          <ac:chgData name="Ashley Suchy" userId="84fe8df9-75e9-4cba-87ac-9a635606ae90" providerId="ADAL" clId="{F86CCA52-D7E5-44E8-B21B-82F20E124B9C}" dt="2024-11-05T13:33:46.637" v="2385" actId="1076"/>
          <ac:spMkLst>
            <pc:docMk/>
            <pc:sldMk cId="3150740190" sldId="277"/>
            <ac:spMk id="16" creationId="{A06C7DCD-D335-2934-9910-35C91EFDCA5B}"/>
          </ac:spMkLst>
        </pc:spChg>
        <pc:spChg chg="del mod topLvl">
          <ac:chgData name="Ashley Suchy" userId="84fe8df9-75e9-4cba-87ac-9a635606ae90" providerId="ADAL" clId="{F86CCA52-D7E5-44E8-B21B-82F20E124B9C}" dt="2024-11-01T15:31:59.200" v="267" actId="478"/>
          <ac:spMkLst>
            <pc:docMk/>
            <pc:sldMk cId="3150740190" sldId="277"/>
            <ac:spMk id="17" creationId="{716E898F-A9E8-8FB2-323A-1457796AB351}"/>
          </ac:spMkLst>
        </pc:spChg>
        <pc:spChg chg="add del mod topLvl">
          <ac:chgData name="Ashley Suchy" userId="84fe8df9-75e9-4cba-87ac-9a635606ae90" providerId="ADAL" clId="{F86CCA52-D7E5-44E8-B21B-82F20E124B9C}" dt="2024-11-04T20:24:07.793" v="1699" actId="1076"/>
          <ac:spMkLst>
            <pc:docMk/>
            <pc:sldMk cId="3150740190" sldId="277"/>
            <ac:spMk id="20" creationId="{8AFA41B9-8B68-61B4-E0B6-48D427B93EA9}"/>
          </ac:spMkLst>
        </pc:spChg>
        <pc:spChg chg="mod topLvl">
          <ac:chgData name="Ashley Suchy" userId="84fe8df9-75e9-4cba-87ac-9a635606ae90" providerId="ADAL" clId="{F86CCA52-D7E5-44E8-B21B-82F20E124B9C}" dt="2024-11-04T20:24:07.793" v="1699" actId="1076"/>
          <ac:spMkLst>
            <pc:docMk/>
            <pc:sldMk cId="3150740190" sldId="277"/>
            <ac:spMk id="21" creationId="{46AA03BB-FE9B-B56E-B2D7-1F3737AED73A}"/>
          </ac:spMkLst>
        </pc:spChg>
        <pc:spChg chg="mod topLvl">
          <ac:chgData name="Ashley Suchy" userId="84fe8df9-75e9-4cba-87ac-9a635606ae90" providerId="ADAL" clId="{F86CCA52-D7E5-44E8-B21B-82F20E124B9C}" dt="2024-11-04T20:24:07.793" v="1699" actId="1076"/>
          <ac:spMkLst>
            <pc:docMk/>
            <pc:sldMk cId="3150740190" sldId="277"/>
            <ac:spMk id="22" creationId="{8443B0F2-1502-9A52-FAE6-2839F0A745F6}"/>
          </ac:spMkLst>
        </pc:spChg>
        <pc:spChg chg="add del mod">
          <ac:chgData name="Ashley Suchy" userId="84fe8df9-75e9-4cba-87ac-9a635606ae90" providerId="ADAL" clId="{F86CCA52-D7E5-44E8-B21B-82F20E124B9C}" dt="2024-11-04T20:59:24.394" v="1948" actId="478"/>
          <ac:spMkLst>
            <pc:docMk/>
            <pc:sldMk cId="3150740190" sldId="277"/>
            <ac:spMk id="23" creationId="{1A5A3BD6-5EB7-E77F-8AF9-2094ECB97A7F}"/>
          </ac:spMkLst>
        </pc:spChg>
        <pc:spChg chg="add del mod">
          <ac:chgData name="Ashley Suchy" userId="84fe8df9-75e9-4cba-87ac-9a635606ae90" providerId="ADAL" clId="{F86CCA52-D7E5-44E8-B21B-82F20E124B9C}" dt="2024-11-04T21:06:34.997" v="2070" actId="478"/>
          <ac:spMkLst>
            <pc:docMk/>
            <pc:sldMk cId="3150740190" sldId="277"/>
            <ac:spMk id="24" creationId="{E1F3C050-1F4C-EC43-C66A-C4332B80A79C}"/>
          </ac:spMkLst>
        </pc:spChg>
        <pc:spChg chg="add mod">
          <ac:chgData name="Ashley Suchy" userId="84fe8df9-75e9-4cba-87ac-9a635606ae90" providerId="ADAL" clId="{F86CCA52-D7E5-44E8-B21B-82F20E124B9C}" dt="2024-11-04T21:01:56.333" v="1993"/>
          <ac:spMkLst>
            <pc:docMk/>
            <pc:sldMk cId="3150740190" sldId="277"/>
            <ac:spMk id="25" creationId="{25B48722-3B5B-A8E4-DBCC-10E56A20C44D}"/>
          </ac:spMkLst>
        </pc:spChg>
        <pc:spChg chg="add mod">
          <ac:chgData name="Ashley Suchy" userId="84fe8df9-75e9-4cba-87ac-9a635606ae90" providerId="ADAL" clId="{F86CCA52-D7E5-44E8-B21B-82F20E124B9C}" dt="2024-11-04T20:24:07.793" v="1699" actId="1076"/>
          <ac:spMkLst>
            <pc:docMk/>
            <pc:sldMk cId="3150740190" sldId="277"/>
            <ac:spMk id="26" creationId="{C4FD8858-659B-781E-DFC9-30FEE6F13AE0}"/>
          </ac:spMkLst>
        </pc:spChg>
        <pc:spChg chg="add mod">
          <ac:chgData name="Ashley Suchy" userId="84fe8df9-75e9-4cba-87ac-9a635606ae90" providerId="ADAL" clId="{F86CCA52-D7E5-44E8-B21B-82F20E124B9C}" dt="2024-11-04T20:24:07.793" v="1699" actId="1076"/>
          <ac:spMkLst>
            <pc:docMk/>
            <pc:sldMk cId="3150740190" sldId="277"/>
            <ac:spMk id="31" creationId="{70E56C6E-FAA0-B539-1E31-AB773408F2B6}"/>
          </ac:spMkLst>
        </pc:spChg>
        <pc:spChg chg="mod">
          <ac:chgData name="Ashley Suchy" userId="84fe8df9-75e9-4cba-87ac-9a635606ae90" providerId="ADAL" clId="{F86CCA52-D7E5-44E8-B21B-82F20E124B9C}" dt="2024-11-04T20:24:07.793" v="1699" actId="1076"/>
          <ac:spMkLst>
            <pc:docMk/>
            <pc:sldMk cId="3150740190" sldId="277"/>
            <ac:spMk id="2053" creationId="{C4E483E3-A16B-0657-A994-E7ADAFB9BE80}"/>
          </ac:spMkLst>
        </pc:spChg>
        <pc:spChg chg="mod">
          <ac:chgData name="Ashley Suchy" userId="84fe8df9-75e9-4cba-87ac-9a635606ae90" providerId="ADAL" clId="{F86CCA52-D7E5-44E8-B21B-82F20E124B9C}" dt="2024-11-04T21:07:07.629" v="2076" actId="403"/>
          <ac:spMkLst>
            <pc:docMk/>
            <pc:sldMk cId="3150740190" sldId="277"/>
            <ac:spMk id="2054" creationId="{61C44CF9-6C30-521A-C5EF-3D43062AEC3D}"/>
          </ac:spMkLst>
        </pc:spChg>
        <pc:spChg chg="mod">
          <ac:chgData name="Ashley Suchy" userId="84fe8df9-75e9-4cba-87ac-9a635606ae90" providerId="ADAL" clId="{F86CCA52-D7E5-44E8-B21B-82F20E124B9C}" dt="2024-11-04T20:24:07.793" v="1699" actId="1076"/>
          <ac:spMkLst>
            <pc:docMk/>
            <pc:sldMk cId="3150740190" sldId="277"/>
            <ac:spMk id="2055" creationId="{60B135AD-7066-F2DD-353F-B908439197F3}"/>
          </ac:spMkLst>
        </pc:spChg>
        <pc:spChg chg="mod">
          <ac:chgData name="Ashley Suchy" userId="84fe8df9-75e9-4cba-87ac-9a635606ae90" providerId="ADAL" clId="{F86CCA52-D7E5-44E8-B21B-82F20E124B9C}" dt="2024-11-04T20:24:07.793" v="1699" actId="1076"/>
          <ac:spMkLst>
            <pc:docMk/>
            <pc:sldMk cId="3150740190" sldId="277"/>
            <ac:spMk id="2056" creationId="{FEE6A3C4-ABD6-D648-1F10-7D5A4E86E6F6}"/>
          </ac:spMkLst>
        </pc:spChg>
        <pc:spChg chg="del mod">
          <ac:chgData name="Ashley Suchy" userId="84fe8df9-75e9-4cba-87ac-9a635606ae90" providerId="ADAL" clId="{F86CCA52-D7E5-44E8-B21B-82F20E124B9C}" dt="2024-11-04T20:14:11.282" v="1247" actId="478"/>
          <ac:spMkLst>
            <pc:docMk/>
            <pc:sldMk cId="3150740190" sldId="277"/>
            <ac:spMk id="2057" creationId="{1A3540E0-9BA6-58E6-CE03-11DB05BD0D85}"/>
          </ac:spMkLst>
        </pc:spChg>
        <pc:spChg chg="mod">
          <ac:chgData name="Ashley Suchy" userId="84fe8df9-75e9-4cba-87ac-9a635606ae90" providerId="ADAL" clId="{F86CCA52-D7E5-44E8-B21B-82F20E124B9C}" dt="2024-11-04T20:24:07.793" v="1699" actId="1076"/>
          <ac:spMkLst>
            <pc:docMk/>
            <pc:sldMk cId="3150740190" sldId="277"/>
            <ac:spMk id="2058" creationId="{2BF86CC1-0D38-9404-FF7D-813689EC54EE}"/>
          </ac:spMkLst>
        </pc:spChg>
        <pc:spChg chg="del">
          <ac:chgData name="Ashley Suchy" userId="84fe8df9-75e9-4cba-87ac-9a635606ae90" providerId="ADAL" clId="{F86CCA52-D7E5-44E8-B21B-82F20E124B9C}" dt="2024-11-04T20:13:34.175" v="1243" actId="478"/>
          <ac:spMkLst>
            <pc:docMk/>
            <pc:sldMk cId="3150740190" sldId="277"/>
            <ac:spMk id="2059" creationId="{1A7CB43B-D9C4-8D8D-FC5F-085C8D3E8719}"/>
          </ac:spMkLst>
        </pc:spChg>
        <pc:spChg chg="mod">
          <ac:chgData name="Ashley Suchy" userId="84fe8df9-75e9-4cba-87ac-9a635606ae90" providerId="ADAL" clId="{F86CCA52-D7E5-44E8-B21B-82F20E124B9C}" dt="2024-11-04T20:24:07.793" v="1699" actId="1076"/>
          <ac:spMkLst>
            <pc:docMk/>
            <pc:sldMk cId="3150740190" sldId="277"/>
            <ac:spMk id="2060" creationId="{83BB601F-93B5-9801-C2C9-BE241C975E2A}"/>
          </ac:spMkLst>
        </pc:spChg>
        <pc:spChg chg="mod">
          <ac:chgData name="Ashley Suchy" userId="84fe8df9-75e9-4cba-87ac-9a635606ae90" providerId="ADAL" clId="{F86CCA52-D7E5-44E8-B21B-82F20E124B9C}" dt="2024-11-04T20:24:07.793" v="1699" actId="1076"/>
          <ac:spMkLst>
            <pc:docMk/>
            <pc:sldMk cId="3150740190" sldId="277"/>
            <ac:spMk id="2061" creationId="{253B964C-AD49-05E6-7E4C-6CA922F1544D}"/>
          </ac:spMkLst>
        </pc:spChg>
        <pc:spChg chg="del">
          <ac:chgData name="Ashley Suchy" userId="84fe8df9-75e9-4cba-87ac-9a635606ae90" providerId="ADAL" clId="{F86CCA52-D7E5-44E8-B21B-82F20E124B9C}" dt="2024-11-04T20:20:34.140" v="1670" actId="21"/>
          <ac:spMkLst>
            <pc:docMk/>
            <pc:sldMk cId="3150740190" sldId="277"/>
            <ac:spMk id="2062" creationId="{657A84A3-3CC6-754B-D7A6-A71F0EB8EC49}"/>
          </ac:spMkLst>
        </pc:spChg>
        <pc:spChg chg="mod">
          <ac:chgData name="Ashley Suchy" userId="84fe8df9-75e9-4cba-87ac-9a635606ae90" providerId="ADAL" clId="{F86CCA52-D7E5-44E8-B21B-82F20E124B9C}" dt="2024-11-04T20:24:07.793" v="1699" actId="1076"/>
          <ac:spMkLst>
            <pc:docMk/>
            <pc:sldMk cId="3150740190" sldId="277"/>
            <ac:spMk id="2063" creationId="{BF971901-C62A-262A-E964-7F0A8B9D2AC3}"/>
          </ac:spMkLst>
        </pc:spChg>
        <pc:spChg chg="mod">
          <ac:chgData name="Ashley Suchy" userId="84fe8df9-75e9-4cba-87ac-9a635606ae90" providerId="ADAL" clId="{F86CCA52-D7E5-44E8-B21B-82F20E124B9C}" dt="2024-11-04T20:24:07.793" v="1699" actId="1076"/>
          <ac:spMkLst>
            <pc:docMk/>
            <pc:sldMk cId="3150740190" sldId="277"/>
            <ac:spMk id="2065" creationId="{ADAE1F0B-4EC7-ED5E-DB15-9BB2A300F1F9}"/>
          </ac:spMkLst>
        </pc:spChg>
        <pc:spChg chg="mod">
          <ac:chgData name="Ashley Suchy" userId="84fe8df9-75e9-4cba-87ac-9a635606ae90" providerId="ADAL" clId="{F86CCA52-D7E5-44E8-B21B-82F20E124B9C}" dt="2024-11-04T21:06:42.188" v="2071" actId="14100"/>
          <ac:spMkLst>
            <pc:docMk/>
            <pc:sldMk cId="3150740190" sldId="277"/>
            <ac:spMk id="2068" creationId="{4F955B95-6A9E-F44F-864D-F83240138B8C}"/>
          </ac:spMkLst>
        </pc:spChg>
        <pc:spChg chg="add mod">
          <ac:chgData name="Ashley Suchy" userId="84fe8df9-75e9-4cba-87ac-9a635606ae90" providerId="ADAL" clId="{F86CCA52-D7E5-44E8-B21B-82F20E124B9C}" dt="2024-11-04T20:24:07.793" v="1699" actId="1076"/>
          <ac:spMkLst>
            <pc:docMk/>
            <pc:sldMk cId="3150740190" sldId="277"/>
            <ac:spMk id="2069" creationId="{EC5D8E2B-3320-B6A4-8B04-F492927ABDC2}"/>
          </ac:spMkLst>
        </pc:spChg>
        <pc:spChg chg="add mod">
          <ac:chgData name="Ashley Suchy" userId="84fe8df9-75e9-4cba-87ac-9a635606ae90" providerId="ADAL" clId="{F86CCA52-D7E5-44E8-B21B-82F20E124B9C}" dt="2024-11-04T20:24:07.793" v="1699" actId="1076"/>
          <ac:spMkLst>
            <pc:docMk/>
            <pc:sldMk cId="3150740190" sldId="277"/>
            <ac:spMk id="2072" creationId="{BCB8BF45-321F-AE00-4D32-A0A0B84C7885}"/>
          </ac:spMkLst>
        </pc:spChg>
        <pc:spChg chg="add mod">
          <ac:chgData name="Ashley Suchy" userId="84fe8df9-75e9-4cba-87ac-9a635606ae90" providerId="ADAL" clId="{F86CCA52-D7E5-44E8-B21B-82F20E124B9C}" dt="2024-11-04T20:24:07.793" v="1699" actId="1076"/>
          <ac:spMkLst>
            <pc:docMk/>
            <pc:sldMk cId="3150740190" sldId="277"/>
            <ac:spMk id="2081" creationId="{419723E6-A36D-1930-E7E2-195CC4A6241A}"/>
          </ac:spMkLst>
        </pc:spChg>
        <pc:spChg chg="add mod">
          <ac:chgData name="Ashley Suchy" userId="84fe8df9-75e9-4cba-87ac-9a635606ae90" providerId="ADAL" clId="{F86CCA52-D7E5-44E8-B21B-82F20E124B9C}" dt="2024-11-04T20:24:07.793" v="1699" actId="1076"/>
          <ac:spMkLst>
            <pc:docMk/>
            <pc:sldMk cId="3150740190" sldId="277"/>
            <ac:spMk id="2082" creationId="{826760A1-4E35-FEF6-0836-CF366B71F7CC}"/>
          </ac:spMkLst>
        </pc:spChg>
        <pc:spChg chg="add mod">
          <ac:chgData name="Ashley Suchy" userId="84fe8df9-75e9-4cba-87ac-9a635606ae90" providerId="ADAL" clId="{F86CCA52-D7E5-44E8-B21B-82F20E124B9C}" dt="2024-11-04T20:24:07.793" v="1699" actId="1076"/>
          <ac:spMkLst>
            <pc:docMk/>
            <pc:sldMk cId="3150740190" sldId="277"/>
            <ac:spMk id="2092" creationId="{6A6B44A7-05E4-857E-E47B-09220E5C28C0}"/>
          </ac:spMkLst>
        </pc:spChg>
        <pc:spChg chg="add mod">
          <ac:chgData name="Ashley Suchy" userId="84fe8df9-75e9-4cba-87ac-9a635606ae90" providerId="ADAL" clId="{F86CCA52-D7E5-44E8-B21B-82F20E124B9C}" dt="2024-11-04T20:24:07.793" v="1699" actId="1076"/>
          <ac:spMkLst>
            <pc:docMk/>
            <pc:sldMk cId="3150740190" sldId="277"/>
            <ac:spMk id="2093" creationId="{47ABA44E-240B-AECE-6870-DEC56C55DE09}"/>
          </ac:spMkLst>
        </pc:spChg>
        <pc:spChg chg="add mod">
          <ac:chgData name="Ashley Suchy" userId="84fe8df9-75e9-4cba-87ac-9a635606ae90" providerId="ADAL" clId="{F86CCA52-D7E5-44E8-B21B-82F20E124B9C}" dt="2024-11-04T20:30:26.233" v="1771" actId="1076"/>
          <ac:spMkLst>
            <pc:docMk/>
            <pc:sldMk cId="3150740190" sldId="277"/>
            <ac:spMk id="2094" creationId="{802B6F00-7FA2-279C-E28A-E19271BB3765}"/>
          </ac:spMkLst>
        </pc:spChg>
        <pc:spChg chg="mod topLvl">
          <ac:chgData name="Ashley Suchy" userId="84fe8df9-75e9-4cba-87ac-9a635606ae90" providerId="ADAL" clId="{F86CCA52-D7E5-44E8-B21B-82F20E124B9C}" dt="2024-11-04T20:24:07.793" v="1699" actId="1076"/>
          <ac:spMkLst>
            <pc:docMk/>
            <pc:sldMk cId="3150740190" sldId="277"/>
            <ac:spMk id="2100" creationId="{DB7F059C-4F23-61B9-FED2-4967757C32F9}"/>
          </ac:spMkLst>
        </pc:spChg>
        <pc:spChg chg="mod topLvl">
          <ac:chgData name="Ashley Suchy" userId="84fe8df9-75e9-4cba-87ac-9a635606ae90" providerId="ADAL" clId="{F86CCA52-D7E5-44E8-B21B-82F20E124B9C}" dt="2024-11-04T20:24:07.793" v="1699" actId="1076"/>
          <ac:spMkLst>
            <pc:docMk/>
            <pc:sldMk cId="3150740190" sldId="277"/>
            <ac:spMk id="2101" creationId="{CE34286E-CE9C-0ACC-9000-3FA0DDF51656}"/>
          </ac:spMkLst>
        </pc:spChg>
        <pc:spChg chg="mod">
          <ac:chgData name="Ashley Suchy" userId="84fe8df9-75e9-4cba-87ac-9a635606ae90" providerId="ADAL" clId="{F86CCA52-D7E5-44E8-B21B-82F20E124B9C}" dt="2024-11-04T20:24:07.793" v="1699" actId="1076"/>
          <ac:spMkLst>
            <pc:docMk/>
            <pc:sldMk cId="3150740190" sldId="277"/>
            <ac:spMk id="2104" creationId="{C29BE208-9159-6403-6432-9BAFC7B32055}"/>
          </ac:spMkLst>
        </pc:spChg>
        <pc:spChg chg="mod">
          <ac:chgData name="Ashley Suchy" userId="84fe8df9-75e9-4cba-87ac-9a635606ae90" providerId="ADAL" clId="{F86CCA52-D7E5-44E8-B21B-82F20E124B9C}" dt="2024-11-04T20:24:07.793" v="1699" actId="1076"/>
          <ac:spMkLst>
            <pc:docMk/>
            <pc:sldMk cId="3150740190" sldId="277"/>
            <ac:spMk id="2105" creationId="{31054135-B253-05CA-10B1-283EF2A2EE04}"/>
          </ac:spMkLst>
        </pc:spChg>
        <pc:spChg chg="mod">
          <ac:chgData name="Ashley Suchy" userId="84fe8df9-75e9-4cba-87ac-9a635606ae90" providerId="ADAL" clId="{F86CCA52-D7E5-44E8-B21B-82F20E124B9C}" dt="2024-11-04T20:24:07.793" v="1699" actId="1076"/>
          <ac:spMkLst>
            <pc:docMk/>
            <pc:sldMk cId="3150740190" sldId="277"/>
            <ac:spMk id="2109" creationId="{521C5493-71E7-0889-6E91-6D86115C7803}"/>
          </ac:spMkLst>
        </pc:spChg>
        <pc:spChg chg="mod">
          <ac:chgData name="Ashley Suchy" userId="84fe8df9-75e9-4cba-87ac-9a635606ae90" providerId="ADAL" clId="{F86CCA52-D7E5-44E8-B21B-82F20E124B9C}" dt="2024-11-04T20:24:07.793" v="1699" actId="1076"/>
          <ac:spMkLst>
            <pc:docMk/>
            <pc:sldMk cId="3150740190" sldId="277"/>
            <ac:spMk id="2110" creationId="{897E7590-3A9C-6FC0-0EA7-11DDFC3654B0}"/>
          </ac:spMkLst>
        </pc:spChg>
        <pc:spChg chg="add mod">
          <ac:chgData name="Ashley Suchy" userId="84fe8df9-75e9-4cba-87ac-9a635606ae90" providerId="ADAL" clId="{F86CCA52-D7E5-44E8-B21B-82F20E124B9C}" dt="2024-11-04T20:24:07.793" v="1699" actId="1076"/>
          <ac:spMkLst>
            <pc:docMk/>
            <pc:sldMk cId="3150740190" sldId="277"/>
            <ac:spMk id="2113" creationId="{2ED66F44-765C-4574-9918-E8C433E6317E}"/>
          </ac:spMkLst>
        </pc:spChg>
        <pc:spChg chg="add mod">
          <ac:chgData name="Ashley Suchy" userId="84fe8df9-75e9-4cba-87ac-9a635606ae90" providerId="ADAL" clId="{F86CCA52-D7E5-44E8-B21B-82F20E124B9C}" dt="2024-11-04T20:24:07.793" v="1699" actId="1076"/>
          <ac:spMkLst>
            <pc:docMk/>
            <pc:sldMk cId="3150740190" sldId="277"/>
            <ac:spMk id="2115" creationId="{608F8EF9-AC5F-3050-C4CE-43DE1AF16B81}"/>
          </ac:spMkLst>
        </pc:spChg>
        <pc:spChg chg="mod">
          <ac:chgData name="Ashley Suchy" userId="84fe8df9-75e9-4cba-87ac-9a635606ae90" providerId="ADAL" clId="{F86CCA52-D7E5-44E8-B21B-82F20E124B9C}" dt="2024-11-04T20:24:07.793" v="1699" actId="1076"/>
          <ac:spMkLst>
            <pc:docMk/>
            <pc:sldMk cId="3150740190" sldId="277"/>
            <ac:spMk id="2117" creationId="{6762ADB5-AF19-A444-7C77-2CEAE79873B2}"/>
          </ac:spMkLst>
        </pc:spChg>
        <pc:spChg chg="mod">
          <ac:chgData name="Ashley Suchy" userId="84fe8df9-75e9-4cba-87ac-9a635606ae90" providerId="ADAL" clId="{F86CCA52-D7E5-44E8-B21B-82F20E124B9C}" dt="2024-11-04T20:24:07.793" v="1699" actId="1076"/>
          <ac:spMkLst>
            <pc:docMk/>
            <pc:sldMk cId="3150740190" sldId="277"/>
            <ac:spMk id="2118" creationId="{3E2F7617-0ABD-66AD-9A12-7B424509921C}"/>
          </ac:spMkLst>
        </pc:spChg>
        <pc:spChg chg="add mod">
          <ac:chgData name="Ashley Suchy" userId="84fe8df9-75e9-4cba-87ac-9a635606ae90" providerId="ADAL" clId="{F86CCA52-D7E5-44E8-B21B-82F20E124B9C}" dt="2024-11-04T20:24:07.793" v="1699" actId="1076"/>
          <ac:spMkLst>
            <pc:docMk/>
            <pc:sldMk cId="3150740190" sldId="277"/>
            <ac:spMk id="2122" creationId="{2BBCBD81-95EA-5D8A-107B-FEF7BB8C6118}"/>
          </ac:spMkLst>
        </pc:spChg>
        <pc:spChg chg="add del mod">
          <ac:chgData name="Ashley Suchy" userId="84fe8df9-75e9-4cba-87ac-9a635606ae90" providerId="ADAL" clId="{F86CCA52-D7E5-44E8-B21B-82F20E124B9C}" dt="2024-11-01T15:59:48.119" v="748" actId="478"/>
          <ac:spMkLst>
            <pc:docMk/>
            <pc:sldMk cId="3150740190" sldId="277"/>
            <ac:spMk id="2123" creationId="{7ABD3070-5B71-603E-B066-CFDAEEA33155}"/>
          </ac:spMkLst>
        </pc:spChg>
        <pc:grpChg chg="add del mod topLvl">
          <ac:chgData name="Ashley Suchy" userId="84fe8df9-75e9-4cba-87ac-9a635606ae90" providerId="ADAL" clId="{F86CCA52-D7E5-44E8-B21B-82F20E124B9C}" dt="2024-11-01T15:31:06.472" v="259" actId="165"/>
          <ac:grpSpMkLst>
            <pc:docMk/>
            <pc:sldMk cId="3150740190" sldId="277"/>
            <ac:grpSpMk id="4" creationId="{8E755BE6-1364-565A-F244-A77D0A690AAC}"/>
          </ac:grpSpMkLst>
        </pc:grpChg>
        <pc:grpChg chg="del mod">
          <ac:chgData name="Ashley Suchy" userId="84fe8df9-75e9-4cba-87ac-9a635606ae90" providerId="ADAL" clId="{F86CCA52-D7E5-44E8-B21B-82F20E124B9C}" dt="2024-11-01T15:31:55.525" v="266" actId="165"/>
          <ac:grpSpMkLst>
            <pc:docMk/>
            <pc:sldMk cId="3150740190" sldId="277"/>
            <ac:grpSpMk id="18" creationId="{73770DAF-B9AE-ACD4-AA5A-129F2E27BB60}"/>
          </ac:grpSpMkLst>
        </pc:grpChg>
        <pc:grpChg chg="del mod">
          <ac:chgData name="Ashley Suchy" userId="84fe8df9-75e9-4cba-87ac-9a635606ae90" providerId="ADAL" clId="{F86CCA52-D7E5-44E8-B21B-82F20E124B9C}" dt="2024-11-01T15:30:33.300" v="256" actId="165"/>
          <ac:grpSpMkLst>
            <pc:docMk/>
            <pc:sldMk cId="3150740190" sldId="277"/>
            <ac:grpSpMk id="19" creationId="{D63E35A0-19A1-690F-6214-1FB9629C636E}"/>
          </ac:grpSpMkLst>
        </pc:grpChg>
        <pc:grpChg chg="add del mod">
          <ac:chgData name="Ashley Suchy" userId="84fe8df9-75e9-4cba-87ac-9a635606ae90" providerId="ADAL" clId="{F86CCA52-D7E5-44E8-B21B-82F20E124B9C}" dt="2024-11-01T15:27:11.888" v="232" actId="164"/>
          <ac:grpSpMkLst>
            <pc:docMk/>
            <pc:sldMk cId="3150740190" sldId="277"/>
            <ac:grpSpMk id="27" creationId="{B77CAB9E-5A20-5211-1970-F456BE1E5693}"/>
          </ac:grpSpMkLst>
        </pc:grpChg>
        <pc:grpChg chg="add mod topLvl">
          <ac:chgData name="Ashley Suchy" userId="84fe8df9-75e9-4cba-87ac-9a635606ae90" providerId="ADAL" clId="{F86CCA52-D7E5-44E8-B21B-82F20E124B9C}" dt="2024-11-01T15:27:11.291" v="231" actId="164"/>
          <ac:grpSpMkLst>
            <pc:docMk/>
            <pc:sldMk cId="3150740190" sldId="277"/>
            <ac:grpSpMk id="28" creationId="{9C70070E-B3EE-5062-1DFD-56932B9868BC}"/>
          </ac:grpSpMkLst>
        </pc:grpChg>
        <pc:grpChg chg="add del mod">
          <ac:chgData name="Ashley Suchy" userId="84fe8df9-75e9-4cba-87ac-9a635606ae90" providerId="ADAL" clId="{F86CCA52-D7E5-44E8-B21B-82F20E124B9C}" dt="2024-11-01T15:27:10.655" v="230" actId="164"/>
          <ac:grpSpMkLst>
            <pc:docMk/>
            <pc:sldMk cId="3150740190" sldId="277"/>
            <ac:grpSpMk id="29" creationId="{973B323D-168A-B97E-B68B-C8D58DE85F31}"/>
          </ac:grpSpMkLst>
        </pc:grpChg>
        <pc:grpChg chg="add mod">
          <ac:chgData name="Ashley Suchy" userId="84fe8df9-75e9-4cba-87ac-9a635606ae90" providerId="ADAL" clId="{F86CCA52-D7E5-44E8-B21B-82F20E124B9C}" dt="2024-11-01T15:27:08.317" v="227" actId="338"/>
          <ac:grpSpMkLst>
            <pc:docMk/>
            <pc:sldMk cId="3150740190" sldId="277"/>
            <ac:grpSpMk id="30" creationId="{F7D4C9D5-462B-A920-760C-F86D6B5B1D88}"/>
          </ac:grpSpMkLst>
        </pc:grpChg>
        <pc:grpChg chg="add mod">
          <ac:chgData name="Ashley Suchy" userId="84fe8df9-75e9-4cba-87ac-9a635606ae90" providerId="ADAL" clId="{F86CCA52-D7E5-44E8-B21B-82F20E124B9C}" dt="2024-11-04T20:24:07.793" v="1699" actId="1076"/>
          <ac:grpSpMkLst>
            <pc:docMk/>
            <pc:sldMk cId="3150740190" sldId="277"/>
            <ac:grpSpMk id="2048" creationId="{2738F99A-369C-D898-C387-68D67BA86C82}"/>
          </ac:grpSpMkLst>
        </pc:grpChg>
        <pc:grpChg chg="add mod">
          <ac:chgData name="Ashley Suchy" userId="84fe8df9-75e9-4cba-87ac-9a635606ae90" providerId="ADAL" clId="{F86CCA52-D7E5-44E8-B21B-82F20E124B9C}" dt="2024-11-04T20:24:07.793" v="1699" actId="1076"/>
          <ac:grpSpMkLst>
            <pc:docMk/>
            <pc:sldMk cId="3150740190" sldId="277"/>
            <ac:grpSpMk id="2070" creationId="{768B1A5E-61AA-5F40-72CB-497C67120ABA}"/>
          </ac:grpSpMkLst>
        </pc:grpChg>
        <pc:grpChg chg="add mod">
          <ac:chgData name="Ashley Suchy" userId="84fe8df9-75e9-4cba-87ac-9a635606ae90" providerId="ADAL" clId="{F86CCA52-D7E5-44E8-B21B-82F20E124B9C}" dt="2024-11-04T20:24:07.793" v="1699" actId="1076"/>
          <ac:grpSpMkLst>
            <pc:docMk/>
            <pc:sldMk cId="3150740190" sldId="277"/>
            <ac:grpSpMk id="2071" creationId="{9EDDDFEF-AD3E-CD07-5267-EF7331EE22D2}"/>
          </ac:grpSpMkLst>
        </pc:grpChg>
        <pc:grpChg chg="add mod ord">
          <ac:chgData name="Ashley Suchy" userId="84fe8df9-75e9-4cba-87ac-9a635606ae90" providerId="ADAL" clId="{F86CCA52-D7E5-44E8-B21B-82F20E124B9C}" dt="2024-11-04T20:30:19.142" v="1770" actId="1037"/>
          <ac:grpSpMkLst>
            <pc:docMk/>
            <pc:sldMk cId="3150740190" sldId="277"/>
            <ac:grpSpMk id="2073" creationId="{0A1EF378-5C6E-5019-8117-269FBC6CAB9D}"/>
          </ac:grpSpMkLst>
        </pc:grpChg>
        <pc:grpChg chg="add mod">
          <ac:chgData name="Ashley Suchy" userId="84fe8df9-75e9-4cba-87ac-9a635606ae90" providerId="ADAL" clId="{F86CCA52-D7E5-44E8-B21B-82F20E124B9C}" dt="2024-11-04T20:24:07.793" v="1699" actId="1076"/>
          <ac:grpSpMkLst>
            <pc:docMk/>
            <pc:sldMk cId="3150740190" sldId="277"/>
            <ac:grpSpMk id="2083" creationId="{814756CC-EA85-3305-B033-B985D386C9C6}"/>
          </ac:grpSpMkLst>
        </pc:grpChg>
        <pc:grpChg chg="add mod">
          <ac:chgData name="Ashley Suchy" userId="84fe8df9-75e9-4cba-87ac-9a635606ae90" providerId="ADAL" clId="{F86CCA52-D7E5-44E8-B21B-82F20E124B9C}" dt="2024-11-01T15:38:37.885" v="422" actId="164"/>
          <ac:grpSpMkLst>
            <pc:docMk/>
            <pc:sldMk cId="3150740190" sldId="277"/>
            <ac:grpSpMk id="2084" creationId="{A4B1399F-A5EF-8ACC-9224-3A1E8BF127BA}"/>
          </ac:grpSpMkLst>
        </pc:grpChg>
        <pc:grpChg chg="add mod">
          <ac:chgData name="Ashley Suchy" userId="84fe8df9-75e9-4cba-87ac-9a635606ae90" providerId="ADAL" clId="{F86CCA52-D7E5-44E8-B21B-82F20E124B9C}" dt="2024-11-01T15:38:36.242" v="421" actId="164"/>
          <ac:grpSpMkLst>
            <pc:docMk/>
            <pc:sldMk cId="3150740190" sldId="277"/>
            <ac:grpSpMk id="2085" creationId="{860CC682-0F6A-62C7-EFCB-F2814A6AFD62}"/>
          </ac:grpSpMkLst>
        </pc:grpChg>
        <pc:grpChg chg="add mod">
          <ac:chgData name="Ashley Suchy" userId="84fe8df9-75e9-4cba-87ac-9a635606ae90" providerId="ADAL" clId="{F86CCA52-D7E5-44E8-B21B-82F20E124B9C}" dt="2024-11-01T15:38:35.466" v="420" actId="164"/>
          <ac:grpSpMkLst>
            <pc:docMk/>
            <pc:sldMk cId="3150740190" sldId="277"/>
            <ac:grpSpMk id="2086" creationId="{48CA11C5-D42E-4EA9-A8B0-C5B2EB363A8A}"/>
          </ac:grpSpMkLst>
        </pc:grpChg>
        <pc:grpChg chg="add mod">
          <ac:chgData name="Ashley Suchy" userId="84fe8df9-75e9-4cba-87ac-9a635606ae90" providerId="ADAL" clId="{F86CCA52-D7E5-44E8-B21B-82F20E124B9C}" dt="2024-11-01T15:38:34.942" v="419" actId="164"/>
          <ac:grpSpMkLst>
            <pc:docMk/>
            <pc:sldMk cId="3150740190" sldId="277"/>
            <ac:grpSpMk id="2087" creationId="{CEC6F6B1-F676-6426-283E-09D16F55D06F}"/>
          </ac:grpSpMkLst>
        </pc:grpChg>
        <pc:grpChg chg="add del mod">
          <ac:chgData name="Ashley Suchy" userId="84fe8df9-75e9-4cba-87ac-9a635606ae90" providerId="ADAL" clId="{F86CCA52-D7E5-44E8-B21B-82F20E124B9C}" dt="2024-11-01T15:45:38.351" v="474" actId="165"/>
          <ac:grpSpMkLst>
            <pc:docMk/>
            <pc:sldMk cId="3150740190" sldId="277"/>
            <ac:grpSpMk id="2099" creationId="{4182023F-E636-E999-107F-68D326B2D28C}"/>
          </ac:grpSpMkLst>
        </pc:grpChg>
        <pc:grpChg chg="add mod">
          <ac:chgData name="Ashley Suchy" userId="84fe8df9-75e9-4cba-87ac-9a635606ae90" providerId="ADAL" clId="{F86CCA52-D7E5-44E8-B21B-82F20E124B9C}" dt="2024-11-04T20:24:07.793" v="1699" actId="1076"/>
          <ac:grpSpMkLst>
            <pc:docMk/>
            <pc:sldMk cId="3150740190" sldId="277"/>
            <ac:grpSpMk id="2102" creationId="{C23C7D73-F773-FF55-F8D3-9D7C6E073B9E}"/>
          </ac:grpSpMkLst>
        </pc:grpChg>
        <pc:grpChg chg="add mod">
          <ac:chgData name="Ashley Suchy" userId="84fe8df9-75e9-4cba-87ac-9a635606ae90" providerId="ADAL" clId="{F86CCA52-D7E5-44E8-B21B-82F20E124B9C}" dt="2024-11-04T20:24:07.793" v="1699" actId="1076"/>
          <ac:grpSpMkLst>
            <pc:docMk/>
            <pc:sldMk cId="3150740190" sldId="277"/>
            <ac:grpSpMk id="2103" creationId="{40E217DF-84E8-5C6E-929E-1082514AA116}"/>
          </ac:grpSpMkLst>
        </pc:grpChg>
        <pc:grpChg chg="add mod">
          <ac:chgData name="Ashley Suchy" userId="84fe8df9-75e9-4cba-87ac-9a635606ae90" providerId="ADAL" clId="{F86CCA52-D7E5-44E8-B21B-82F20E124B9C}" dt="2024-11-04T20:24:07.793" v="1699" actId="1076"/>
          <ac:grpSpMkLst>
            <pc:docMk/>
            <pc:sldMk cId="3150740190" sldId="277"/>
            <ac:grpSpMk id="2108" creationId="{CD9D77BD-010D-E342-ED90-9605793B775D}"/>
          </ac:grpSpMkLst>
        </pc:grpChg>
        <pc:grpChg chg="add mod">
          <ac:chgData name="Ashley Suchy" userId="84fe8df9-75e9-4cba-87ac-9a635606ae90" providerId="ADAL" clId="{F86CCA52-D7E5-44E8-B21B-82F20E124B9C}" dt="2024-11-04T20:24:07.793" v="1699" actId="1076"/>
          <ac:grpSpMkLst>
            <pc:docMk/>
            <pc:sldMk cId="3150740190" sldId="277"/>
            <ac:grpSpMk id="2116" creationId="{690962EE-CEC6-BE3D-7E83-A8698D00D7C9}"/>
          </ac:grpSpMkLst>
        </pc:grpChg>
        <pc:graphicFrameChg chg="add del modGraphic">
          <ac:chgData name="Ashley Suchy" userId="84fe8df9-75e9-4cba-87ac-9a635606ae90" providerId="ADAL" clId="{F86CCA52-D7E5-44E8-B21B-82F20E124B9C}" dt="2024-11-01T16:00:01.491" v="754" actId="478"/>
          <ac:graphicFrameMkLst>
            <pc:docMk/>
            <pc:sldMk cId="3150740190" sldId="277"/>
            <ac:graphicFrameMk id="2124" creationId="{16FF96F6-8CC4-FA1E-F7E4-799C1589D41E}"/>
          </ac:graphicFrameMkLst>
        </pc:graphicFrameChg>
        <pc:graphicFrameChg chg="add del">
          <ac:chgData name="Ashley Suchy" userId="84fe8df9-75e9-4cba-87ac-9a635606ae90" providerId="ADAL" clId="{F86CCA52-D7E5-44E8-B21B-82F20E124B9C}" dt="2024-11-01T16:00:00.732" v="753" actId="478"/>
          <ac:graphicFrameMkLst>
            <pc:docMk/>
            <pc:sldMk cId="3150740190" sldId="277"/>
            <ac:graphicFrameMk id="2125" creationId="{D84677C8-427D-421F-7DE9-305C59E0703F}"/>
          </ac:graphicFrameMkLst>
        </pc:graphicFrameChg>
        <pc:graphicFrameChg chg="add del">
          <ac:chgData name="Ashley Suchy" userId="84fe8df9-75e9-4cba-87ac-9a635606ae90" providerId="ADAL" clId="{F86CCA52-D7E5-44E8-B21B-82F20E124B9C}" dt="2024-11-01T15:59:59.789" v="752" actId="478"/>
          <ac:graphicFrameMkLst>
            <pc:docMk/>
            <pc:sldMk cId="3150740190" sldId="277"/>
            <ac:graphicFrameMk id="2126" creationId="{54990215-9567-0F26-C0BC-CE67BAE6E916}"/>
          </ac:graphicFrameMkLst>
        </pc:graphicFrameChg>
        <pc:graphicFrameChg chg="add del">
          <ac:chgData name="Ashley Suchy" userId="84fe8df9-75e9-4cba-87ac-9a635606ae90" providerId="ADAL" clId="{F86CCA52-D7E5-44E8-B21B-82F20E124B9C}" dt="2024-11-01T15:59:58.506" v="751" actId="478"/>
          <ac:graphicFrameMkLst>
            <pc:docMk/>
            <pc:sldMk cId="3150740190" sldId="277"/>
            <ac:graphicFrameMk id="2127" creationId="{D893B34A-6DCD-ADEF-A875-001F2FF57652}"/>
          </ac:graphicFrameMkLst>
        </pc:graphicFrameChg>
        <pc:graphicFrameChg chg="add del modGraphic">
          <ac:chgData name="Ashley Suchy" userId="84fe8df9-75e9-4cba-87ac-9a635606ae90" providerId="ADAL" clId="{F86CCA52-D7E5-44E8-B21B-82F20E124B9C}" dt="2024-11-01T15:59:57.371" v="750" actId="478"/>
          <ac:graphicFrameMkLst>
            <pc:docMk/>
            <pc:sldMk cId="3150740190" sldId="277"/>
            <ac:graphicFrameMk id="2128" creationId="{1482AB5F-6A0E-9BC6-E458-6C98661E537F}"/>
          </ac:graphicFrameMkLst>
        </pc:graphicFrameChg>
        <pc:graphicFrameChg chg="add mod modGraphic">
          <ac:chgData name="Ashley Suchy" userId="84fe8df9-75e9-4cba-87ac-9a635606ae90" providerId="ADAL" clId="{F86CCA52-D7E5-44E8-B21B-82F20E124B9C}" dt="2024-11-04T20:25:15.520" v="1751" actId="1036"/>
          <ac:graphicFrameMkLst>
            <pc:docMk/>
            <pc:sldMk cId="3150740190" sldId="277"/>
            <ac:graphicFrameMk id="2129" creationId="{489C8AB8-0C4E-A939-3035-53A05FD1A4A1}"/>
          </ac:graphicFrameMkLst>
        </pc:graphicFrameChg>
        <pc:picChg chg="mod">
          <ac:chgData name="Ashley Suchy" userId="84fe8df9-75e9-4cba-87ac-9a635606ae90" providerId="ADAL" clId="{F86CCA52-D7E5-44E8-B21B-82F20E124B9C}" dt="2024-11-04T21:07:17.280" v="2077" actId="14100"/>
          <ac:picMkLst>
            <pc:docMk/>
            <pc:sldMk cId="3150740190" sldId="277"/>
            <ac:picMk id="2" creationId="{9937D339-79F3-FAD6-A099-B9F246302D6B}"/>
          </ac:picMkLst>
        </pc:picChg>
        <pc:picChg chg="add mod">
          <ac:chgData name="Ashley Suchy" userId="84fe8df9-75e9-4cba-87ac-9a635606ae90" providerId="ADAL" clId="{F86CCA52-D7E5-44E8-B21B-82F20E124B9C}" dt="2024-11-04T21:06:45.326" v="2072" actId="1076"/>
          <ac:picMkLst>
            <pc:docMk/>
            <pc:sldMk cId="3150740190" sldId="277"/>
            <ac:picMk id="9" creationId="{D4C7000A-B0F4-7FB5-29DB-3976A3C93CBC}"/>
          </ac:picMkLst>
        </pc:picChg>
        <pc:picChg chg="add mod">
          <ac:chgData name="Ashley Suchy" userId="84fe8df9-75e9-4cba-87ac-9a635606ae90" providerId="ADAL" clId="{F86CCA52-D7E5-44E8-B21B-82F20E124B9C}" dt="2024-11-04T20:24:07.793" v="1699" actId="1076"/>
          <ac:picMkLst>
            <pc:docMk/>
            <pc:sldMk cId="3150740190" sldId="277"/>
            <ac:picMk id="13" creationId="{88695143-2FE0-C3AF-5BAC-7B8EFB4EF41F}"/>
          </ac:picMkLst>
        </pc:picChg>
        <pc:picChg chg="add mod">
          <ac:chgData name="Ashley Suchy" userId="84fe8df9-75e9-4cba-87ac-9a635606ae90" providerId="ADAL" clId="{F86CCA52-D7E5-44E8-B21B-82F20E124B9C}" dt="2024-11-04T21:06:48.030" v="2073" actId="1076"/>
          <ac:picMkLst>
            <pc:docMk/>
            <pc:sldMk cId="3150740190" sldId="277"/>
            <ac:picMk id="17" creationId="{A06E50BE-6C0A-E0CE-85AD-555C4E916DAF}"/>
          </ac:picMkLst>
        </pc:picChg>
        <pc:picChg chg="add mod ord">
          <ac:chgData name="Ashley Suchy" userId="84fe8df9-75e9-4cba-87ac-9a635606ae90" providerId="ADAL" clId="{F86CCA52-D7E5-44E8-B21B-82F20E124B9C}" dt="2024-11-04T21:06:50.532" v="2074" actId="1076"/>
          <ac:picMkLst>
            <pc:docMk/>
            <pc:sldMk cId="3150740190" sldId="277"/>
            <ac:picMk id="19" creationId="{4D8B3F54-D11F-2AB2-43B2-709E70E22962}"/>
          </ac:picMkLst>
        </pc:picChg>
        <pc:cxnChg chg="add mod">
          <ac:chgData name="Ashley Suchy" userId="84fe8df9-75e9-4cba-87ac-9a635606ae90" providerId="ADAL" clId="{F86CCA52-D7E5-44E8-B21B-82F20E124B9C}" dt="2024-11-04T20:25:25.592" v="1753" actId="14100"/>
          <ac:cxnSpMkLst>
            <pc:docMk/>
            <pc:sldMk cId="3150740190" sldId="277"/>
            <ac:cxnSpMk id="4" creationId="{02E963AD-C950-F106-7340-D4CD47CC5681}"/>
          </ac:cxnSpMkLst>
        </pc:cxnChg>
        <pc:cxnChg chg="add del">
          <ac:chgData name="Ashley Suchy" userId="84fe8df9-75e9-4cba-87ac-9a635606ae90" providerId="ADAL" clId="{F86CCA52-D7E5-44E8-B21B-82F20E124B9C}" dt="2024-11-01T15:24:09.003" v="205" actId="478"/>
          <ac:cxnSpMkLst>
            <pc:docMk/>
            <pc:sldMk cId="3150740190" sldId="277"/>
            <ac:cxnSpMk id="13" creationId="{E639A986-6B99-5F10-712D-F5C29338DEAD}"/>
          </ac:cxnSpMkLst>
        </pc:cxnChg>
        <pc:cxnChg chg="add del mod">
          <ac:chgData name="Ashley Suchy" userId="84fe8df9-75e9-4cba-87ac-9a635606ae90" providerId="ADAL" clId="{F86CCA52-D7E5-44E8-B21B-82F20E124B9C}" dt="2024-11-01T15:27:17.155" v="234" actId="478"/>
          <ac:cxnSpMkLst>
            <pc:docMk/>
            <pc:sldMk cId="3150740190" sldId="277"/>
            <ac:cxnSpMk id="23" creationId="{A36B6F90-86D6-B33A-763B-F18C9D435576}"/>
          </ac:cxnSpMkLst>
        </pc:cxnChg>
        <pc:cxnChg chg="add mod">
          <ac:chgData name="Ashley Suchy" userId="84fe8df9-75e9-4cba-87ac-9a635606ae90" providerId="ADAL" clId="{F86CCA52-D7E5-44E8-B21B-82F20E124B9C}" dt="2024-11-04T20:24:07.793" v="1699" actId="1076"/>
          <ac:cxnSpMkLst>
            <pc:docMk/>
            <pc:sldMk cId="3150740190" sldId="277"/>
            <ac:cxnSpMk id="2050" creationId="{9D135BC2-34AA-995E-6C28-347C9A741578}"/>
          </ac:cxnSpMkLst>
        </pc:cxnChg>
        <pc:cxnChg chg="add mod">
          <ac:chgData name="Ashley Suchy" userId="84fe8df9-75e9-4cba-87ac-9a635606ae90" providerId="ADAL" clId="{F86CCA52-D7E5-44E8-B21B-82F20E124B9C}" dt="2024-11-04T20:24:07.793" v="1699" actId="1076"/>
          <ac:cxnSpMkLst>
            <pc:docMk/>
            <pc:sldMk cId="3150740190" sldId="277"/>
            <ac:cxnSpMk id="2051" creationId="{39FF9DD5-2067-EA9C-FBAF-2E542E0D99D0}"/>
          </ac:cxnSpMkLst>
        </pc:cxnChg>
        <pc:cxnChg chg="add del mod">
          <ac:chgData name="Ashley Suchy" userId="84fe8df9-75e9-4cba-87ac-9a635606ae90" providerId="ADAL" clId="{F86CCA52-D7E5-44E8-B21B-82F20E124B9C}" dt="2024-11-01T15:33:21.671" v="280" actId="478"/>
          <ac:cxnSpMkLst>
            <pc:docMk/>
            <pc:sldMk cId="3150740190" sldId="277"/>
            <ac:cxnSpMk id="2066" creationId="{4FC8F4D9-35A5-2DCD-A14A-8CB4FF2C14AB}"/>
          </ac:cxnSpMkLst>
        </pc:cxnChg>
        <pc:cxnChg chg="add mod">
          <ac:chgData name="Ashley Suchy" userId="84fe8df9-75e9-4cba-87ac-9a635606ae90" providerId="ADAL" clId="{F86CCA52-D7E5-44E8-B21B-82F20E124B9C}" dt="2024-11-04T20:24:07.793" v="1699" actId="1076"/>
          <ac:cxnSpMkLst>
            <pc:docMk/>
            <pc:sldMk cId="3150740190" sldId="277"/>
            <ac:cxnSpMk id="2077" creationId="{96B45293-47F5-E965-24CD-74876E3AB0E9}"/>
          </ac:cxnSpMkLst>
        </pc:cxnChg>
        <pc:cxnChg chg="add mod">
          <ac:chgData name="Ashley Suchy" userId="84fe8df9-75e9-4cba-87ac-9a635606ae90" providerId="ADAL" clId="{F86CCA52-D7E5-44E8-B21B-82F20E124B9C}" dt="2024-11-04T20:24:07.793" v="1699" actId="1076"/>
          <ac:cxnSpMkLst>
            <pc:docMk/>
            <pc:sldMk cId="3150740190" sldId="277"/>
            <ac:cxnSpMk id="2097" creationId="{3B022C22-A1AF-2943-F077-349881222820}"/>
          </ac:cxnSpMkLst>
        </pc:cxnChg>
        <pc:cxnChg chg="add mod">
          <ac:chgData name="Ashley Suchy" userId="84fe8df9-75e9-4cba-87ac-9a635606ae90" providerId="ADAL" clId="{F86CCA52-D7E5-44E8-B21B-82F20E124B9C}" dt="2024-11-04T20:24:07.793" v="1699" actId="1076"/>
          <ac:cxnSpMkLst>
            <pc:docMk/>
            <pc:sldMk cId="3150740190" sldId="277"/>
            <ac:cxnSpMk id="2106" creationId="{2FE6344B-9EAC-A207-9861-01C4565BD296}"/>
          </ac:cxnSpMkLst>
        </pc:cxnChg>
        <pc:cxnChg chg="add mod">
          <ac:chgData name="Ashley Suchy" userId="84fe8df9-75e9-4cba-87ac-9a635606ae90" providerId="ADAL" clId="{F86CCA52-D7E5-44E8-B21B-82F20E124B9C}" dt="2024-11-04T20:24:07.793" v="1699" actId="1076"/>
          <ac:cxnSpMkLst>
            <pc:docMk/>
            <pc:sldMk cId="3150740190" sldId="277"/>
            <ac:cxnSpMk id="2119" creationId="{648371AB-E4C6-DF5B-BDD9-5CCECCC62A67}"/>
          </ac:cxnSpMkLst>
        </pc:cxnChg>
      </pc:sldChg>
    </pc:docChg>
  </pc:docChgLst>
  <pc:docChgLst>
    <pc:chgData name="Nicolas DeMilio" userId="S::demilion1@newpaltz.edu::95ba4d7f-0e81-4609-a752-69224c0e393c" providerId="AD" clId="Web-{514FF6C3-1488-CB6A-BE90-7CD0D85CE422}"/>
    <pc:docChg chg="modSld">
      <pc:chgData name="Nicolas DeMilio" userId="S::demilion1@newpaltz.edu::95ba4d7f-0e81-4609-a752-69224c0e393c" providerId="AD" clId="Web-{514FF6C3-1488-CB6A-BE90-7CD0D85CE422}" dt="2024-10-31T23:13:37.066" v="1" actId="20577"/>
      <pc:docMkLst>
        <pc:docMk/>
      </pc:docMkLst>
      <pc:sldChg chg="modSp">
        <pc:chgData name="Nicolas DeMilio" userId="S::demilion1@newpaltz.edu::95ba4d7f-0e81-4609-a752-69224c0e393c" providerId="AD" clId="Web-{514FF6C3-1488-CB6A-BE90-7CD0D85CE422}" dt="2024-10-31T23:13:37.066" v="1" actId="20577"/>
        <pc:sldMkLst>
          <pc:docMk/>
          <pc:sldMk cId="950018446" sldId="276"/>
        </pc:sldMkLst>
        <pc:spChg chg="mod">
          <ac:chgData name="Nicolas DeMilio" userId="S::demilion1@newpaltz.edu::95ba4d7f-0e81-4609-a752-69224c0e393c" providerId="AD" clId="Web-{514FF6C3-1488-CB6A-BE90-7CD0D85CE422}" dt="2024-10-31T23:13:37.066" v="1" actId="20577"/>
          <ac:spMkLst>
            <pc:docMk/>
            <pc:sldMk cId="950018446" sldId="276"/>
            <ac:spMk id="8" creationId="{6E2FFFF0-2311-429F-90A5-E816A8604094}"/>
          </ac:spMkLst>
        </pc:spChg>
      </pc:sldChg>
    </pc:docChg>
  </pc:docChgLst>
  <pc:docChgLst>
    <pc:chgData name="Nicolas DeMilio" userId="S::demilion1@newpaltz.edu::95ba4d7f-0e81-4609-a752-69224c0e393c" providerId="AD" clId="Web-{1F0C7A0B-3425-BF7E-8A57-821C055F3834}"/>
    <pc:docChg chg="modSld">
      <pc:chgData name="Nicolas DeMilio" userId="S::demilion1@newpaltz.edu::95ba4d7f-0e81-4609-a752-69224c0e393c" providerId="AD" clId="Web-{1F0C7A0B-3425-BF7E-8A57-821C055F3834}" dt="2024-10-31T20:59:34.694" v="763" actId="1076"/>
      <pc:docMkLst>
        <pc:docMk/>
      </pc:docMkLst>
      <pc:sldChg chg="addSp delSp modSp">
        <pc:chgData name="Nicolas DeMilio" userId="S::demilion1@newpaltz.edu::95ba4d7f-0e81-4609-a752-69224c0e393c" providerId="AD" clId="Web-{1F0C7A0B-3425-BF7E-8A57-821C055F3834}" dt="2024-10-31T20:59:34.694" v="763" actId="1076"/>
        <pc:sldMkLst>
          <pc:docMk/>
          <pc:sldMk cId="950018446" sldId="276"/>
        </pc:sldMkLst>
        <pc:spChg chg="mod">
          <ac:chgData name="Nicolas DeMilio" userId="S::demilion1@newpaltz.edu::95ba4d7f-0e81-4609-a752-69224c0e393c" providerId="AD" clId="Web-{1F0C7A0B-3425-BF7E-8A57-821C055F3834}" dt="2024-10-31T20:44:49.441" v="548" actId="14100"/>
          <ac:spMkLst>
            <pc:docMk/>
            <pc:sldMk cId="950018446" sldId="276"/>
            <ac:spMk id="5" creationId="{C20FAD06-7F98-4D7D-9A1B-AAFAB8DA3FEE}"/>
          </ac:spMkLst>
        </pc:spChg>
        <pc:spChg chg="add mod">
          <ac:chgData name="Nicolas DeMilio" userId="S::demilion1@newpaltz.edu::95ba4d7f-0e81-4609-a752-69224c0e393c" providerId="AD" clId="Web-{1F0C7A0B-3425-BF7E-8A57-821C055F3834}" dt="2024-10-31T20:13:19.668" v="31" actId="20577"/>
          <ac:spMkLst>
            <pc:docMk/>
            <pc:sldMk cId="950018446" sldId="276"/>
            <ac:spMk id="6" creationId="{1F6E6DB1-8C67-6A1A-D4F0-D6F0E0E5933C}"/>
          </ac:spMkLst>
        </pc:spChg>
        <pc:spChg chg="add del mod">
          <ac:chgData name="Nicolas DeMilio" userId="S::demilion1@newpaltz.edu::95ba4d7f-0e81-4609-a752-69224c0e393c" providerId="AD" clId="Web-{1F0C7A0B-3425-BF7E-8A57-821C055F3834}" dt="2024-10-31T20:11:26.011" v="12"/>
          <ac:spMkLst>
            <pc:docMk/>
            <pc:sldMk cId="950018446" sldId="276"/>
            <ac:spMk id="7" creationId="{24C12101-B360-90B0-5EF8-C32BFAD92638}"/>
          </ac:spMkLst>
        </pc:spChg>
        <pc:spChg chg="add mod">
          <ac:chgData name="Nicolas DeMilio" userId="S::demilion1@newpaltz.edu::95ba4d7f-0e81-4609-a752-69224c0e393c" providerId="AD" clId="Web-{1F0C7A0B-3425-BF7E-8A57-821C055F3834}" dt="2024-10-31T20:13:39.590" v="37" actId="20577"/>
          <ac:spMkLst>
            <pc:docMk/>
            <pc:sldMk cId="950018446" sldId="276"/>
            <ac:spMk id="8" creationId="{6E2FFFF0-2311-429F-90A5-E816A8604094}"/>
          </ac:spMkLst>
        </pc:spChg>
        <pc:spChg chg="add mod">
          <ac:chgData name="Nicolas DeMilio" userId="S::demilion1@newpaltz.edu::95ba4d7f-0e81-4609-a752-69224c0e393c" providerId="AD" clId="Web-{1F0C7A0B-3425-BF7E-8A57-821C055F3834}" dt="2024-10-31T20:37:38.470" v="371" actId="20577"/>
          <ac:spMkLst>
            <pc:docMk/>
            <pc:sldMk cId="950018446" sldId="276"/>
            <ac:spMk id="9" creationId="{28EF647A-24E2-83BC-DA72-819DEF7886C5}"/>
          </ac:spMkLst>
        </pc:spChg>
        <pc:spChg chg="add del mod">
          <ac:chgData name="Nicolas DeMilio" userId="S::demilion1@newpaltz.edu::95ba4d7f-0e81-4609-a752-69224c0e393c" providerId="AD" clId="Web-{1F0C7A0B-3425-BF7E-8A57-821C055F3834}" dt="2024-10-31T20:31:15.172" v="114"/>
          <ac:spMkLst>
            <pc:docMk/>
            <pc:sldMk cId="950018446" sldId="276"/>
            <ac:spMk id="10" creationId="{8CCCCC91-3B0B-82D6-2B61-1BF749773550}"/>
          </ac:spMkLst>
        </pc:spChg>
        <pc:spChg chg="add mod">
          <ac:chgData name="Nicolas DeMilio" userId="S::demilion1@newpaltz.edu::95ba4d7f-0e81-4609-a752-69224c0e393c" providerId="AD" clId="Web-{1F0C7A0B-3425-BF7E-8A57-821C055F3834}" dt="2024-10-31T20:31:06.844" v="110" actId="20577"/>
          <ac:spMkLst>
            <pc:docMk/>
            <pc:sldMk cId="950018446" sldId="276"/>
            <ac:spMk id="11" creationId="{54864165-0542-A620-D9D4-B49B41643A43}"/>
          </ac:spMkLst>
        </pc:spChg>
        <pc:spChg chg="add del">
          <ac:chgData name="Nicolas DeMilio" userId="S::demilion1@newpaltz.edu::95ba4d7f-0e81-4609-a752-69224c0e393c" providerId="AD" clId="Web-{1F0C7A0B-3425-BF7E-8A57-821C055F3834}" dt="2024-10-31T20:31:41.031" v="123"/>
          <ac:spMkLst>
            <pc:docMk/>
            <pc:sldMk cId="950018446" sldId="276"/>
            <ac:spMk id="12" creationId="{644E08FA-A06B-12A4-54DB-3651323E21E7}"/>
          </ac:spMkLst>
        </pc:spChg>
        <pc:spChg chg="add del mod">
          <ac:chgData name="Nicolas DeMilio" userId="S::demilion1@newpaltz.edu::95ba4d7f-0e81-4609-a752-69224c0e393c" providerId="AD" clId="Web-{1F0C7A0B-3425-BF7E-8A57-821C055F3834}" dt="2024-10-31T20:34:10.032" v="158"/>
          <ac:spMkLst>
            <pc:docMk/>
            <pc:sldMk cId="950018446" sldId="276"/>
            <ac:spMk id="13" creationId="{86470D3D-0A48-416C-BBE6-A754BFDB3F33}"/>
          </ac:spMkLst>
        </pc:spChg>
        <pc:spChg chg="add mod">
          <ac:chgData name="Nicolas DeMilio" userId="S::demilion1@newpaltz.edu::95ba4d7f-0e81-4609-a752-69224c0e393c" providerId="AD" clId="Web-{1F0C7A0B-3425-BF7E-8A57-821C055F3834}" dt="2024-10-31T20:33:53.719" v="154" actId="20577"/>
          <ac:spMkLst>
            <pc:docMk/>
            <pc:sldMk cId="950018446" sldId="276"/>
            <ac:spMk id="14" creationId="{6A0AF29D-7B8F-C2BE-8175-79CA333502D1}"/>
          </ac:spMkLst>
        </pc:spChg>
        <pc:spChg chg="add del mod">
          <ac:chgData name="Nicolas DeMilio" userId="S::demilion1@newpaltz.edu::95ba4d7f-0e81-4609-a752-69224c0e393c" providerId="AD" clId="Web-{1F0C7A0B-3425-BF7E-8A57-821C055F3834}" dt="2024-10-31T20:51:03.536" v="677" actId="20577"/>
          <ac:spMkLst>
            <pc:docMk/>
            <pc:sldMk cId="950018446" sldId="276"/>
            <ac:spMk id="15" creationId="{F585C988-05AA-91B4-23C0-FC0B1AAA76BA}"/>
          </ac:spMkLst>
        </pc:spChg>
        <pc:spChg chg="add del">
          <ac:chgData name="Nicolas DeMilio" userId="S::demilion1@newpaltz.edu::95ba4d7f-0e81-4609-a752-69224c0e393c" providerId="AD" clId="Web-{1F0C7A0B-3425-BF7E-8A57-821C055F3834}" dt="2024-10-31T20:35:46.939" v="211"/>
          <ac:spMkLst>
            <pc:docMk/>
            <pc:sldMk cId="950018446" sldId="276"/>
            <ac:spMk id="16" creationId="{B68F2CD7-D4DE-F472-36AE-EA5E869F3084}"/>
          </ac:spMkLst>
        </pc:spChg>
        <pc:spChg chg="add mod">
          <ac:chgData name="Nicolas DeMilio" userId="S::demilion1@newpaltz.edu::95ba4d7f-0e81-4609-a752-69224c0e393c" providerId="AD" clId="Web-{1F0C7A0B-3425-BF7E-8A57-821C055F3834}" dt="2024-10-31T20:44:50.284" v="550" actId="1076"/>
          <ac:spMkLst>
            <pc:docMk/>
            <pc:sldMk cId="950018446" sldId="276"/>
            <ac:spMk id="17" creationId="{ED8391FA-B947-5929-A977-D692951657A7}"/>
          </ac:spMkLst>
        </pc:spChg>
        <pc:spChg chg="mod">
          <ac:chgData name="Nicolas DeMilio" userId="S::demilion1@newpaltz.edu::95ba4d7f-0e81-4609-a752-69224c0e393c" providerId="AD" clId="Web-{1F0C7A0B-3425-BF7E-8A57-821C055F3834}" dt="2024-10-31T20:59:25.366" v="761" actId="14100"/>
          <ac:spMkLst>
            <pc:docMk/>
            <pc:sldMk cId="950018446" sldId="276"/>
            <ac:spMk id="20" creationId="{2FFCBE85-579B-15D2-830C-EB11442968F7}"/>
          </ac:spMkLst>
        </pc:spChg>
        <pc:spChg chg="mod">
          <ac:chgData name="Nicolas DeMilio" userId="S::demilion1@newpaltz.edu::95ba4d7f-0e81-4609-a752-69224c0e393c" providerId="AD" clId="Web-{1F0C7A0B-3425-BF7E-8A57-821C055F3834}" dt="2024-10-31T20:59:28.741" v="762" actId="20577"/>
          <ac:spMkLst>
            <pc:docMk/>
            <pc:sldMk cId="950018446" sldId="276"/>
            <ac:spMk id="21" creationId="{E1C47F77-4C71-C5C3-074E-9EA599B41143}"/>
          </ac:spMkLst>
        </pc:spChg>
        <pc:spChg chg="mod ord">
          <ac:chgData name="Nicolas DeMilio" userId="S::demilion1@newpaltz.edu::95ba4d7f-0e81-4609-a752-69224c0e393c" providerId="AD" clId="Web-{1F0C7A0B-3425-BF7E-8A57-821C055F3834}" dt="2024-10-31T20:53:23.099" v="699" actId="20577"/>
          <ac:spMkLst>
            <pc:docMk/>
            <pc:sldMk cId="950018446" sldId="276"/>
            <ac:spMk id="22" creationId="{7B46503C-6215-4C70-86EB-A4CFE634235E}"/>
          </ac:spMkLst>
        </pc:spChg>
        <pc:spChg chg="mod">
          <ac:chgData name="Nicolas DeMilio" userId="S::demilion1@newpaltz.edu::95ba4d7f-0e81-4609-a752-69224c0e393c" providerId="AD" clId="Web-{1F0C7A0B-3425-BF7E-8A57-821C055F3834}" dt="2024-10-31T20:44:49.441" v="549" actId="14100"/>
          <ac:spMkLst>
            <pc:docMk/>
            <pc:sldMk cId="950018446" sldId="276"/>
            <ac:spMk id="2058" creationId="{6D1A7C78-03F8-47B2-AC15-044CDBF86AE5}"/>
          </ac:spMkLst>
        </pc:spChg>
        <pc:spChg chg="mod">
          <ac:chgData name="Nicolas DeMilio" userId="S::demilion1@newpaltz.edu::95ba4d7f-0e81-4609-a752-69224c0e393c" providerId="AD" clId="Web-{1F0C7A0B-3425-BF7E-8A57-821C055F3834}" dt="2024-10-31T20:26:41.405" v="51" actId="20577"/>
          <ac:spMkLst>
            <pc:docMk/>
            <pc:sldMk cId="950018446" sldId="276"/>
            <ac:spMk id="2062" creationId="{CE328777-C625-41BF-BC38-ABBA36755B20}"/>
          </ac:spMkLst>
        </pc:spChg>
        <pc:spChg chg="del mod">
          <ac:chgData name="Nicolas DeMilio" userId="S::demilion1@newpaltz.edu::95ba4d7f-0e81-4609-a752-69224c0e393c" providerId="AD" clId="Web-{1F0C7A0B-3425-BF7E-8A57-821C055F3834}" dt="2024-10-31T20:28:09.171" v="68"/>
          <ac:spMkLst>
            <pc:docMk/>
            <pc:sldMk cId="950018446" sldId="276"/>
            <ac:spMk id="2064" creationId="{FFC171BE-384E-40CF-B2FC-DBBC90EB67CD}"/>
          </ac:spMkLst>
        </pc:spChg>
        <pc:spChg chg="mod">
          <ac:chgData name="Nicolas DeMilio" userId="S::demilion1@newpaltz.edu::95ba4d7f-0e81-4609-a752-69224c0e393c" providerId="AD" clId="Web-{1F0C7A0B-3425-BF7E-8A57-821C055F3834}" dt="2024-10-31T20:31:28.610" v="121" actId="20577"/>
          <ac:spMkLst>
            <pc:docMk/>
            <pc:sldMk cId="950018446" sldId="276"/>
            <ac:spMk id="2065" creationId="{0C81DD51-76DF-4584-A411-E8559B4FE0C0}"/>
          </ac:spMkLst>
        </pc:spChg>
        <pc:spChg chg="del">
          <ac:chgData name="Nicolas DeMilio" userId="S::demilion1@newpaltz.edu::95ba4d7f-0e81-4609-a752-69224c0e393c" providerId="AD" clId="Web-{1F0C7A0B-3425-BF7E-8A57-821C055F3834}" dt="2024-10-31T20:28:03.546" v="66"/>
          <ac:spMkLst>
            <pc:docMk/>
            <pc:sldMk cId="950018446" sldId="276"/>
            <ac:spMk id="2067" creationId="{3461753A-473E-4AAF-A0F4-9990A8B5A64A}"/>
          </ac:spMkLst>
        </pc:spChg>
        <pc:spChg chg="mod">
          <ac:chgData name="Nicolas DeMilio" userId="S::demilion1@newpaltz.edu::95ba4d7f-0e81-4609-a752-69224c0e393c" providerId="AD" clId="Web-{1F0C7A0B-3425-BF7E-8A57-821C055F3834}" dt="2024-10-31T20:28:27.781" v="70" actId="14100"/>
          <ac:spMkLst>
            <pc:docMk/>
            <pc:sldMk cId="950018446" sldId="276"/>
            <ac:spMk id="2068" creationId="{DBF70623-6F7C-41FC-83E1-E1FAC672B51D}"/>
          </ac:spMkLst>
        </pc:spChg>
        <pc:spChg chg="del mod">
          <ac:chgData name="Nicolas DeMilio" userId="S::demilion1@newpaltz.edu::95ba4d7f-0e81-4609-a752-69224c0e393c" providerId="AD" clId="Web-{1F0C7A0B-3425-BF7E-8A57-821C055F3834}" dt="2024-10-31T20:28:43.328" v="73"/>
          <ac:spMkLst>
            <pc:docMk/>
            <pc:sldMk cId="950018446" sldId="276"/>
            <ac:spMk id="2069" creationId="{C23A59EB-3D88-4645-AE05-EB76E08B1E54}"/>
          </ac:spMkLst>
        </pc:spChg>
        <pc:grpChg chg="add mod">
          <ac:chgData name="Nicolas DeMilio" userId="S::demilion1@newpaltz.edu::95ba4d7f-0e81-4609-a752-69224c0e393c" providerId="AD" clId="Web-{1F0C7A0B-3425-BF7E-8A57-821C055F3834}" dt="2024-10-31T20:45:47.847" v="554" actId="1076"/>
          <ac:grpSpMkLst>
            <pc:docMk/>
            <pc:sldMk cId="950018446" sldId="276"/>
            <ac:grpSpMk id="18" creationId="{EC112558-FF69-C757-5EC6-63E96FFE025A}"/>
          </ac:grpSpMkLst>
        </pc:grpChg>
        <pc:grpChg chg="add mod">
          <ac:chgData name="Nicolas DeMilio" userId="S::demilion1@newpaltz.edu::95ba4d7f-0e81-4609-a752-69224c0e393c" providerId="AD" clId="Web-{1F0C7A0B-3425-BF7E-8A57-821C055F3834}" dt="2024-10-31T20:59:34.694" v="763" actId="1076"/>
          <ac:grpSpMkLst>
            <pc:docMk/>
            <pc:sldMk cId="950018446" sldId="276"/>
            <ac:grpSpMk id="19" creationId="{D22498B4-2978-0C98-CA3D-F0DA19346556}"/>
          </ac:grpSpMkLst>
        </pc:grpChg>
      </pc:sldChg>
    </pc:docChg>
  </pc:docChgLst>
  <pc:docChgLst>
    <pc:chgData name="Brian Abbott" userId="S::abbottb1@newpaltz.edu::1dbaa48b-abc9-4bf9-a613-459b8f297da2" providerId="AD" clId="Web-{96CBC35D-1399-D94B-B89C-69E94A51EC56}"/>
    <pc:docChg chg="modSld">
      <pc:chgData name="Brian Abbott" userId="S::abbottb1@newpaltz.edu::1dbaa48b-abc9-4bf9-a613-459b8f297da2" providerId="AD" clId="Web-{96CBC35D-1399-D94B-B89C-69E94A51EC56}" dt="2024-11-04T22:25:25.263" v="1" actId="20577"/>
      <pc:docMkLst>
        <pc:docMk/>
      </pc:docMkLst>
      <pc:sldChg chg="modSp">
        <pc:chgData name="Brian Abbott" userId="S::abbottb1@newpaltz.edu::1dbaa48b-abc9-4bf9-a613-459b8f297da2" providerId="AD" clId="Web-{96CBC35D-1399-D94B-B89C-69E94A51EC56}" dt="2024-11-04T22:25:25.263" v="1" actId="20577"/>
        <pc:sldMkLst>
          <pc:docMk/>
          <pc:sldMk cId="3150740190" sldId="277"/>
        </pc:sldMkLst>
        <pc:spChg chg="mod">
          <ac:chgData name="Brian Abbott" userId="S::abbottb1@newpaltz.edu::1dbaa48b-abc9-4bf9-a613-459b8f297da2" providerId="AD" clId="Web-{96CBC35D-1399-D94B-B89C-69E94A51EC56}" dt="2024-11-04T22:25:25.263" v="1" actId="20577"/>
          <ac:spMkLst>
            <pc:docMk/>
            <pc:sldMk cId="3150740190" sldId="277"/>
            <ac:spMk id="6" creationId="{50BECF6F-8009-0858-307C-6DE75A28EF6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BE6B28-3DE3-42BF-951E-F1C85EED5018}" type="datetimeFigureOut">
              <a:rPr lang="en-US" smtClean="0"/>
              <a:t>4/21/2026</a:t>
            </a:fld>
            <a:endParaRPr lang="en-US"/>
          </a:p>
        </p:txBody>
      </p:sp>
      <p:sp>
        <p:nvSpPr>
          <p:cNvPr id="4" name="Slide Image Placeholder 3"/>
          <p:cNvSpPr>
            <a:spLocks noGrp="1" noRot="1" noChangeAspect="1"/>
          </p:cNvSpPr>
          <p:nvPr>
            <p:ph type="sldImg" idx="2"/>
          </p:nvPr>
        </p:nvSpPr>
        <p:spPr>
          <a:xfrm>
            <a:off x="1522413" y="1143000"/>
            <a:ext cx="38131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5C0F70-6A6F-49F1-A0EB-F3DEC50BF103}" type="slidenum">
              <a:rPr lang="en-US" smtClean="0"/>
              <a:t>‹#›</a:t>
            </a:fld>
            <a:endParaRPr lang="en-US"/>
          </a:p>
        </p:txBody>
      </p:sp>
    </p:spTree>
    <p:extLst>
      <p:ext uri="{BB962C8B-B14F-4D97-AF65-F5344CB8AC3E}">
        <p14:creationId xmlns:p14="http://schemas.microsoft.com/office/powerpoint/2010/main" val="6464147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880360" y="9658351"/>
            <a:ext cx="32644080" cy="6664325"/>
          </a:xfrm>
        </p:spPr>
        <p:txBody>
          <a:bodyPr/>
          <a:lstStyle/>
          <a:p>
            <a:r>
              <a:rPr lang="en-US"/>
              <a:t>Click to edit Master title style</a:t>
            </a:r>
          </a:p>
        </p:txBody>
      </p:sp>
      <p:sp>
        <p:nvSpPr>
          <p:cNvPr id="3" name="Subtitle 2"/>
          <p:cNvSpPr>
            <a:spLocks noGrp="1"/>
          </p:cNvSpPr>
          <p:nvPr>
            <p:ph type="subTitle" idx="1"/>
          </p:nvPr>
        </p:nvSpPr>
        <p:spPr>
          <a:xfrm>
            <a:off x="5760720" y="17618075"/>
            <a:ext cx="26883360" cy="79438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a:extLst>
              <a:ext uri="{FF2B5EF4-FFF2-40B4-BE49-F238E27FC236}">
                <a16:creationId xmlns:a16="http://schemas.microsoft.com/office/drawing/2014/main" id="{E0C18762-D4F4-46BD-A9F4-62286A4E56B9}"/>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C2F044DA-D1A6-4672-BFB6-EAA20781EEE8}"/>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7FFF4D7F-F2AF-47CD-B63F-13ECD0E3488B}"/>
              </a:ext>
            </a:extLst>
          </p:cNvPr>
          <p:cNvSpPr>
            <a:spLocks noGrp="1" noChangeArrowheads="1"/>
          </p:cNvSpPr>
          <p:nvPr>
            <p:ph type="sldNum" sz="quarter" idx="12"/>
          </p:nvPr>
        </p:nvSpPr>
        <p:spPr>
          <a:ln/>
        </p:spPr>
        <p:txBody>
          <a:bodyPr/>
          <a:lstStyle>
            <a:lvl1pPr>
              <a:defRPr/>
            </a:lvl1pPr>
          </a:lstStyle>
          <a:p>
            <a:pPr>
              <a:defRPr/>
            </a:pPr>
            <a:fld id="{EBD77DD8-7423-40C7-A6EA-89FCEB8A28AF}" type="slidenum">
              <a:rPr lang="en-US" altLang="en-US"/>
              <a:pPr>
                <a:defRPr/>
              </a:pPr>
              <a:t>‹#›</a:t>
            </a:fld>
            <a:endParaRPr lang="en-US" altLang="en-US"/>
          </a:p>
        </p:txBody>
      </p:sp>
    </p:spTree>
    <p:extLst>
      <p:ext uri="{BB962C8B-B14F-4D97-AF65-F5344CB8AC3E}">
        <p14:creationId xmlns:p14="http://schemas.microsoft.com/office/powerpoint/2010/main" val="35896473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66EE1BFE-BA66-434E-9886-8F58E0200835}"/>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B77AF72B-9CAC-4071-BA36-04220C24632A}"/>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1D61670D-B4AC-4EE7-9D3B-F9D5F53B36DF}"/>
              </a:ext>
            </a:extLst>
          </p:cNvPr>
          <p:cNvSpPr>
            <a:spLocks noGrp="1" noChangeArrowheads="1"/>
          </p:cNvSpPr>
          <p:nvPr>
            <p:ph type="sldNum" sz="quarter" idx="12"/>
          </p:nvPr>
        </p:nvSpPr>
        <p:spPr>
          <a:ln/>
        </p:spPr>
        <p:txBody>
          <a:bodyPr/>
          <a:lstStyle>
            <a:lvl1pPr>
              <a:defRPr/>
            </a:lvl1pPr>
          </a:lstStyle>
          <a:p>
            <a:pPr>
              <a:defRPr/>
            </a:pPr>
            <a:fld id="{E57B8889-0188-4C71-B42A-0DEAB08EEA7B}" type="slidenum">
              <a:rPr lang="en-US" altLang="en-US"/>
              <a:pPr>
                <a:defRPr/>
              </a:pPr>
              <a:t>‹#›</a:t>
            </a:fld>
            <a:endParaRPr lang="en-US" altLang="en-US"/>
          </a:p>
        </p:txBody>
      </p:sp>
    </p:spTree>
    <p:extLst>
      <p:ext uri="{BB962C8B-B14F-4D97-AF65-F5344CB8AC3E}">
        <p14:creationId xmlns:p14="http://schemas.microsoft.com/office/powerpoint/2010/main" val="3806807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033713" y="19978689"/>
            <a:ext cx="32644080" cy="6173787"/>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3033713" y="13177838"/>
            <a:ext cx="32644080" cy="680085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5AEEC3DE-65F5-43FD-8A60-24E1C346A098}"/>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61F3267F-F27F-488B-9348-DDC42DFB872B}"/>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044DE0C9-414B-4A7B-8CD4-DB18CDB993B9}"/>
              </a:ext>
            </a:extLst>
          </p:cNvPr>
          <p:cNvSpPr>
            <a:spLocks noGrp="1" noChangeArrowheads="1"/>
          </p:cNvSpPr>
          <p:nvPr>
            <p:ph type="sldNum" sz="quarter" idx="12"/>
          </p:nvPr>
        </p:nvSpPr>
        <p:spPr>
          <a:ln/>
        </p:spPr>
        <p:txBody>
          <a:bodyPr/>
          <a:lstStyle>
            <a:lvl1pPr>
              <a:defRPr/>
            </a:lvl1pPr>
          </a:lstStyle>
          <a:p>
            <a:pPr>
              <a:defRPr/>
            </a:pPr>
            <a:fld id="{AD9F6537-7002-4681-A352-CC0353A03334}" type="slidenum">
              <a:rPr lang="en-US" altLang="en-US"/>
              <a:pPr>
                <a:defRPr/>
              </a:pPr>
              <a:t>‹#›</a:t>
            </a:fld>
            <a:endParaRPr lang="en-US" altLang="en-US"/>
          </a:p>
        </p:txBody>
      </p:sp>
    </p:spTree>
    <p:extLst>
      <p:ext uri="{BB962C8B-B14F-4D97-AF65-F5344CB8AC3E}">
        <p14:creationId xmlns:p14="http://schemas.microsoft.com/office/powerpoint/2010/main" val="35319402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880360" y="8982076"/>
            <a:ext cx="16242030" cy="186531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9282410" y="8982076"/>
            <a:ext cx="16242030" cy="186531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1DA1CDD2-354F-4C78-8D2A-1C4930941542}"/>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C3AED657-84C1-48FA-92BE-28130A511705}"/>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F602AB89-8F4D-42B5-9E8C-8857BBE0DC41}"/>
              </a:ext>
            </a:extLst>
          </p:cNvPr>
          <p:cNvSpPr>
            <a:spLocks noGrp="1" noChangeArrowheads="1"/>
          </p:cNvSpPr>
          <p:nvPr>
            <p:ph type="sldNum" sz="quarter" idx="12"/>
          </p:nvPr>
        </p:nvSpPr>
        <p:spPr>
          <a:ln/>
        </p:spPr>
        <p:txBody>
          <a:bodyPr/>
          <a:lstStyle>
            <a:lvl1pPr>
              <a:defRPr/>
            </a:lvl1pPr>
          </a:lstStyle>
          <a:p>
            <a:pPr>
              <a:defRPr/>
            </a:pPr>
            <a:fld id="{5765D0A5-6B53-402A-82D6-E861A1E7AC0A}" type="slidenum">
              <a:rPr lang="en-US" altLang="en-US"/>
              <a:pPr>
                <a:defRPr/>
              </a:pPr>
              <a:t>‹#›</a:t>
            </a:fld>
            <a:endParaRPr lang="en-US" altLang="en-US"/>
          </a:p>
        </p:txBody>
      </p:sp>
    </p:spTree>
    <p:extLst>
      <p:ext uri="{BB962C8B-B14F-4D97-AF65-F5344CB8AC3E}">
        <p14:creationId xmlns:p14="http://schemas.microsoft.com/office/powerpoint/2010/main" val="33742397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920240" y="1244600"/>
            <a:ext cx="34564320" cy="51816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920240" y="6959601"/>
            <a:ext cx="16968788" cy="29003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920240" y="9859963"/>
            <a:ext cx="16968788" cy="1791176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9509105" y="6959601"/>
            <a:ext cx="16975455" cy="29003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19509105" y="9859963"/>
            <a:ext cx="16975455" cy="1791176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37435C6C-B771-44F5-A554-F8BE1B1ABBD5}"/>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5">
            <a:extLst>
              <a:ext uri="{FF2B5EF4-FFF2-40B4-BE49-F238E27FC236}">
                <a16:creationId xmlns:a16="http://schemas.microsoft.com/office/drawing/2014/main" id="{BBE9488B-C8F3-4A0D-8F93-6619C93E7694}"/>
              </a:ext>
            </a:extLst>
          </p:cNvPr>
          <p:cNvSpPr>
            <a:spLocks noGrp="1" noChangeArrowheads="1"/>
          </p:cNvSpPr>
          <p:nvPr>
            <p:ph type="ftr" sz="quarter" idx="11"/>
          </p:nvPr>
        </p:nvSpPr>
        <p:spPr>
          <a:ln/>
        </p:spPr>
        <p:txBody>
          <a:bodyPr/>
          <a:lstStyle>
            <a:lvl1pPr>
              <a:defRPr/>
            </a:lvl1pPr>
          </a:lstStyle>
          <a:p>
            <a:pPr>
              <a:defRPr/>
            </a:pPr>
            <a:endParaRPr lang="en-US"/>
          </a:p>
        </p:txBody>
      </p:sp>
      <p:sp>
        <p:nvSpPr>
          <p:cNvPr id="9" name="Rectangle 6">
            <a:extLst>
              <a:ext uri="{FF2B5EF4-FFF2-40B4-BE49-F238E27FC236}">
                <a16:creationId xmlns:a16="http://schemas.microsoft.com/office/drawing/2014/main" id="{1E87F698-A5D5-4461-9E7A-1B118EF94E07}"/>
              </a:ext>
            </a:extLst>
          </p:cNvPr>
          <p:cNvSpPr>
            <a:spLocks noGrp="1" noChangeArrowheads="1"/>
          </p:cNvSpPr>
          <p:nvPr>
            <p:ph type="sldNum" sz="quarter" idx="12"/>
          </p:nvPr>
        </p:nvSpPr>
        <p:spPr>
          <a:ln/>
        </p:spPr>
        <p:txBody>
          <a:bodyPr/>
          <a:lstStyle>
            <a:lvl1pPr>
              <a:defRPr/>
            </a:lvl1pPr>
          </a:lstStyle>
          <a:p>
            <a:pPr>
              <a:defRPr/>
            </a:pPr>
            <a:fld id="{531E3625-00BE-443D-A424-2BF59C69A2B7}" type="slidenum">
              <a:rPr lang="en-US" altLang="en-US"/>
              <a:pPr>
                <a:defRPr/>
              </a:pPr>
              <a:t>‹#›</a:t>
            </a:fld>
            <a:endParaRPr lang="en-US" altLang="en-US"/>
          </a:p>
        </p:txBody>
      </p:sp>
    </p:spTree>
    <p:extLst>
      <p:ext uri="{BB962C8B-B14F-4D97-AF65-F5344CB8AC3E}">
        <p14:creationId xmlns:p14="http://schemas.microsoft.com/office/powerpoint/2010/main" val="3901224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2EE8DFA9-9C3A-47ED-9D75-186FFF66A9EE}"/>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5">
            <a:extLst>
              <a:ext uri="{FF2B5EF4-FFF2-40B4-BE49-F238E27FC236}">
                <a16:creationId xmlns:a16="http://schemas.microsoft.com/office/drawing/2014/main" id="{8A1BF73F-82C3-45F1-8306-2876B80D960B}"/>
              </a:ext>
            </a:extLst>
          </p:cNvPr>
          <p:cNvSpPr>
            <a:spLocks noGrp="1" noChangeArrowheads="1"/>
          </p:cNvSpPr>
          <p:nvPr>
            <p:ph type="ftr" sz="quarter" idx="11"/>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08EBEF73-9BDC-453D-8D2D-399AED31737A}"/>
              </a:ext>
            </a:extLst>
          </p:cNvPr>
          <p:cNvSpPr>
            <a:spLocks noGrp="1" noChangeArrowheads="1"/>
          </p:cNvSpPr>
          <p:nvPr>
            <p:ph type="sldNum" sz="quarter" idx="12"/>
          </p:nvPr>
        </p:nvSpPr>
        <p:spPr>
          <a:ln/>
        </p:spPr>
        <p:txBody>
          <a:bodyPr/>
          <a:lstStyle>
            <a:lvl1pPr>
              <a:defRPr/>
            </a:lvl1pPr>
          </a:lstStyle>
          <a:p>
            <a:pPr>
              <a:defRPr/>
            </a:pPr>
            <a:fld id="{27DEAEE0-30EC-4C18-A274-9A76A5F444A3}" type="slidenum">
              <a:rPr lang="en-US" altLang="en-US"/>
              <a:pPr>
                <a:defRPr/>
              </a:pPr>
              <a:t>‹#›</a:t>
            </a:fld>
            <a:endParaRPr lang="en-US" altLang="en-US"/>
          </a:p>
        </p:txBody>
      </p:sp>
    </p:spTree>
    <p:extLst>
      <p:ext uri="{BB962C8B-B14F-4D97-AF65-F5344CB8AC3E}">
        <p14:creationId xmlns:p14="http://schemas.microsoft.com/office/powerpoint/2010/main" val="2034805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8D5B4698-ED12-4BDC-86D2-77474F110608}"/>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5">
            <a:extLst>
              <a:ext uri="{FF2B5EF4-FFF2-40B4-BE49-F238E27FC236}">
                <a16:creationId xmlns:a16="http://schemas.microsoft.com/office/drawing/2014/main" id="{F9189DE3-2102-40A7-BF82-A24BE9E0EF99}"/>
              </a:ext>
            </a:extLst>
          </p:cNvPr>
          <p:cNvSpPr>
            <a:spLocks noGrp="1" noChangeArrowheads="1"/>
          </p:cNvSpPr>
          <p:nvPr>
            <p:ph type="ftr" sz="quarter" idx="11"/>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AF19ED61-C9EE-419F-A8CB-7C092EB4ED98}"/>
              </a:ext>
            </a:extLst>
          </p:cNvPr>
          <p:cNvSpPr>
            <a:spLocks noGrp="1" noChangeArrowheads="1"/>
          </p:cNvSpPr>
          <p:nvPr>
            <p:ph type="sldNum" sz="quarter" idx="12"/>
          </p:nvPr>
        </p:nvSpPr>
        <p:spPr>
          <a:ln/>
        </p:spPr>
        <p:txBody>
          <a:bodyPr/>
          <a:lstStyle>
            <a:lvl1pPr>
              <a:defRPr/>
            </a:lvl1pPr>
          </a:lstStyle>
          <a:p>
            <a:pPr>
              <a:defRPr/>
            </a:pPr>
            <a:fld id="{B9784493-0BB6-4E79-A7E4-D93EB75939E5}" type="slidenum">
              <a:rPr lang="en-US" altLang="en-US"/>
              <a:pPr>
                <a:defRPr/>
              </a:pPr>
              <a:t>‹#›</a:t>
            </a:fld>
            <a:endParaRPr lang="en-US" altLang="en-US"/>
          </a:p>
        </p:txBody>
      </p:sp>
    </p:spTree>
    <p:extLst>
      <p:ext uri="{BB962C8B-B14F-4D97-AF65-F5344CB8AC3E}">
        <p14:creationId xmlns:p14="http://schemas.microsoft.com/office/powerpoint/2010/main" val="1060941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20240" y="1238251"/>
            <a:ext cx="12634913" cy="5267325"/>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15015210" y="1238251"/>
            <a:ext cx="21469350" cy="2653347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920240" y="6505575"/>
            <a:ext cx="12634913" cy="212661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7FFA536C-D147-449F-921F-8F5A8A45A34C}"/>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40A648B8-C414-4A92-BD1D-E6801EE621AD}"/>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7BC9FA10-1D83-41C3-9F2C-64A1B60F672C}"/>
              </a:ext>
            </a:extLst>
          </p:cNvPr>
          <p:cNvSpPr>
            <a:spLocks noGrp="1" noChangeArrowheads="1"/>
          </p:cNvSpPr>
          <p:nvPr>
            <p:ph type="sldNum" sz="quarter" idx="12"/>
          </p:nvPr>
        </p:nvSpPr>
        <p:spPr>
          <a:ln/>
        </p:spPr>
        <p:txBody>
          <a:bodyPr/>
          <a:lstStyle>
            <a:lvl1pPr>
              <a:defRPr/>
            </a:lvl1pPr>
          </a:lstStyle>
          <a:p>
            <a:pPr>
              <a:defRPr/>
            </a:pPr>
            <a:fld id="{EB740649-E731-4D7B-B83B-9589ECE56339}" type="slidenum">
              <a:rPr lang="en-US" altLang="en-US"/>
              <a:pPr>
                <a:defRPr/>
              </a:pPr>
              <a:t>‹#›</a:t>
            </a:fld>
            <a:endParaRPr lang="en-US" altLang="en-US"/>
          </a:p>
        </p:txBody>
      </p:sp>
    </p:spTree>
    <p:extLst>
      <p:ext uri="{BB962C8B-B14F-4D97-AF65-F5344CB8AC3E}">
        <p14:creationId xmlns:p14="http://schemas.microsoft.com/office/powerpoint/2010/main" val="2037258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527608" y="21763039"/>
            <a:ext cx="23042880" cy="2568575"/>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7527608" y="2778126"/>
            <a:ext cx="23042880" cy="186531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7527608" y="24331613"/>
            <a:ext cx="23042880" cy="36496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AEAC585C-56CF-48A6-B933-A0286DA90AEE}"/>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D851C4F2-042A-4990-A49C-9E0EB872F567}"/>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33B69497-ABE8-465A-9742-42652CE05DBC}"/>
              </a:ext>
            </a:extLst>
          </p:cNvPr>
          <p:cNvSpPr>
            <a:spLocks noGrp="1" noChangeArrowheads="1"/>
          </p:cNvSpPr>
          <p:nvPr>
            <p:ph type="sldNum" sz="quarter" idx="12"/>
          </p:nvPr>
        </p:nvSpPr>
        <p:spPr>
          <a:ln/>
        </p:spPr>
        <p:txBody>
          <a:bodyPr/>
          <a:lstStyle>
            <a:lvl1pPr>
              <a:defRPr/>
            </a:lvl1pPr>
          </a:lstStyle>
          <a:p>
            <a:pPr>
              <a:defRPr/>
            </a:pPr>
            <a:fld id="{5837C2E7-F57F-4544-B056-414F3B67D5B6}" type="slidenum">
              <a:rPr lang="en-US" altLang="en-US"/>
              <a:pPr>
                <a:defRPr/>
              </a:pPr>
              <a:t>‹#›</a:t>
            </a:fld>
            <a:endParaRPr lang="en-US" altLang="en-US"/>
          </a:p>
        </p:txBody>
      </p:sp>
    </p:spTree>
    <p:extLst>
      <p:ext uri="{BB962C8B-B14F-4D97-AF65-F5344CB8AC3E}">
        <p14:creationId xmlns:p14="http://schemas.microsoft.com/office/powerpoint/2010/main" val="3675196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E3836B4D-5B7B-475B-9C66-C91BA69365D2}"/>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CBE6773A-7148-404E-8386-A8C3BED50AEF}"/>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C6AF8A52-867E-4AA9-9141-BE3BD4266248}"/>
              </a:ext>
            </a:extLst>
          </p:cNvPr>
          <p:cNvSpPr>
            <a:spLocks noGrp="1" noChangeArrowheads="1"/>
          </p:cNvSpPr>
          <p:nvPr>
            <p:ph type="sldNum" sz="quarter" idx="12"/>
          </p:nvPr>
        </p:nvSpPr>
        <p:spPr>
          <a:ln/>
        </p:spPr>
        <p:txBody>
          <a:bodyPr/>
          <a:lstStyle>
            <a:lvl1pPr>
              <a:defRPr/>
            </a:lvl1pPr>
          </a:lstStyle>
          <a:p>
            <a:pPr>
              <a:defRPr/>
            </a:pPr>
            <a:fld id="{68C938C4-10CA-4C87-A899-BD6654FF3834}" type="slidenum">
              <a:rPr lang="en-US" altLang="en-US"/>
              <a:pPr>
                <a:defRPr/>
              </a:pPr>
              <a:t>‹#›</a:t>
            </a:fld>
            <a:endParaRPr lang="en-US" altLang="en-US"/>
          </a:p>
        </p:txBody>
      </p:sp>
    </p:spTree>
    <p:extLst>
      <p:ext uri="{BB962C8B-B14F-4D97-AF65-F5344CB8AC3E}">
        <p14:creationId xmlns:p14="http://schemas.microsoft.com/office/powerpoint/2010/main" val="39646697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7363420" y="2763838"/>
            <a:ext cx="8161020" cy="2487136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880360" y="2763838"/>
            <a:ext cx="24323040" cy="248713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ACE71965-DD96-464F-8C63-02AA3D4D29AE}"/>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99D16228-2EF2-4778-B227-8CC590D5A715}"/>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B7BC16BC-348C-44C9-B43C-23C83E260FA7}"/>
              </a:ext>
            </a:extLst>
          </p:cNvPr>
          <p:cNvSpPr>
            <a:spLocks noGrp="1" noChangeArrowheads="1"/>
          </p:cNvSpPr>
          <p:nvPr>
            <p:ph type="sldNum" sz="quarter" idx="12"/>
          </p:nvPr>
        </p:nvSpPr>
        <p:spPr>
          <a:ln/>
        </p:spPr>
        <p:txBody>
          <a:bodyPr/>
          <a:lstStyle>
            <a:lvl1pPr>
              <a:defRPr/>
            </a:lvl1pPr>
          </a:lstStyle>
          <a:p>
            <a:pPr>
              <a:defRPr/>
            </a:pPr>
            <a:fld id="{D625ADAE-2194-49E7-949E-9B4D8E1A9B6B}" type="slidenum">
              <a:rPr lang="en-US" altLang="en-US"/>
              <a:pPr>
                <a:defRPr/>
              </a:pPr>
              <a:t>‹#›</a:t>
            </a:fld>
            <a:endParaRPr lang="en-US" altLang="en-US"/>
          </a:p>
        </p:txBody>
      </p:sp>
    </p:spTree>
    <p:extLst>
      <p:ext uri="{BB962C8B-B14F-4D97-AF65-F5344CB8AC3E}">
        <p14:creationId xmlns:p14="http://schemas.microsoft.com/office/powerpoint/2010/main" val="3783512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1919685" y="1244424"/>
            <a:ext cx="34565431" cy="5181600"/>
          </a:xfrm>
        </p:spPr>
        <p:txBody>
          <a:bodyPr/>
          <a:lstStyle>
            <a:defPPr>
              <a:defRPr kern="1200" smtId="4294967295"/>
            </a:defPPr>
          </a:lstStyle>
          <a:p>
            <a:r>
              <a:rPr lang="en-US"/>
              <a:t>Click to edit Master title style</a:t>
            </a:r>
          </a:p>
        </p:txBody>
      </p:sp>
      <p:sp>
        <p:nvSpPr>
          <p:cNvPr id="3" name="Text Placeholder 2"/>
          <p:cNvSpPr>
            <a:spLocks noGrp="1"/>
          </p:cNvSpPr>
          <p:nvPr>
            <p:ph type="body" sz="half" idx="1"/>
          </p:nvPr>
        </p:nvSpPr>
        <p:spPr>
          <a:xfrm>
            <a:off x="1919686" y="7253642"/>
            <a:ext cx="17216041" cy="20519496"/>
          </a:xfrm>
        </p:spPr>
        <p:txBody>
          <a:bodyPr/>
          <a:lstStyle>
            <a:defPPr>
              <a:defRPr kern="1200" smtId="4294967295"/>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hart Placeholder 3"/>
          <p:cNvSpPr>
            <a:spLocks noGrp="1"/>
          </p:cNvSpPr>
          <p:nvPr>
            <p:ph type="chart" sz="half" idx="2"/>
          </p:nvPr>
        </p:nvSpPr>
        <p:spPr>
          <a:xfrm>
            <a:off x="19269076" y="7253642"/>
            <a:ext cx="17216041" cy="20519496"/>
          </a:xfrm>
        </p:spPr>
        <p:txBody>
          <a:bodyPr/>
          <a:lstStyle>
            <a:defPPr>
              <a:defRPr kern="1200" smtId="4294967295"/>
            </a:defPPr>
          </a:lstStyle>
          <a:p>
            <a:pPr lvl="0"/>
            <a:endParaRPr lang="en-US" noProof="0"/>
          </a:p>
        </p:txBody>
      </p:sp>
      <p:sp>
        <p:nvSpPr>
          <p:cNvPr id="5" name="Rectangle 4"/>
          <p:cNvSpPr>
            <a:spLocks noGrp="1" noChangeArrowheads="1"/>
          </p:cNvSpPr>
          <p:nvPr>
            <p:ph type="dt" sz="half" idx="10"/>
          </p:nvPr>
        </p:nvSpPr>
        <p:spPr/>
        <p:txBody>
          <a:bodyPr/>
          <a:lstStyle>
            <a:defPPr>
              <a:defRPr kern="1200" smtId="4294967295"/>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smtId="4294967295"/>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smtId="4294967295"/>
            </a:defPPr>
            <a:lvl1pPr>
              <a:defRPr/>
            </a:lvl1pPr>
          </a:lstStyle>
          <a:p>
            <a:pPr>
              <a:defRPr/>
            </a:pPr>
            <a:fld id="{4FA04B66-8F62-42BD-B0EA-2923AA341B7B}" type="slidenum">
              <a:rPr lang="en-US"/>
              <a:pPr>
                <a:defRPr/>
              </a:pPr>
              <a:t>‹#›</a:t>
            </a:fld>
            <a:endParaRPr lang="en-US"/>
          </a:p>
        </p:txBody>
      </p:sp>
    </p:spTree>
    <p:extLst>
      <p:ext uri="{BB962C8B-B14F-4D97-AF65-F5344CB8AC3E}">
        <p14:creationId xmlns:p14="http://schemas.microsoft.com/office/powerpoint/2010/main" val="116803088"/>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262CB59-2F7F-4958-B1E6-ACE5EAE3C77F}"/>
              </a:ext>
            </a:extLst>
          </p:cNvPr>
          <p:cNvSpPr>
            <a:spLocks noGrp="1" noChangeArrowheads="1"/>
          </p:cNvSpPr>
          <p:nvPr>
            <p:ph type="title"/>
          </p:nvPr>
        </p:nvSpPr>
        <p:spPr bwMode="auto">
          <a:xfrm>
            <a:off x="2879725" y="2763838"/>
            <a:ext cx="32645350" cy="518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386654" tIns="193327" rIns="386654" bIns="193327" numCol="1" anchor="ctr" anchorCtr="0" compatLnSpc="1">
            <a:prstTxWarp prst="textNoShape">
              <a:avLst/>
            </a:prstTxWarp>
          </a:bodyPr>
          <a:lstStyle/>
          <a:p>
            <a:pPr lvl="0"/>
            <a:r>
              <a:rPr lang="en-US"/>
              <a:t>Click to edit Master title style</a:t>
            </a:r>
          </a:p>
        </p:txBody>
      </p:sp>
      <p:sp>
        <p:nvSpPr>
          <p:cNvPr id="1027" name="Rectangle 3">
            <a:extLst>
              <a:ext uri="{FF2B5EF4-FFF2-40B4-BE49-F238E27FC236}">
                <a16:creationId xmlns:a16="http://schemas.microsoft.com/office/drawing/2014/main" id="{37E6AAE1-2DE7-4664-ACCF-734D5D5825E0}"/>
              </a:ext>
            </a:extLst>
          </p:cNvPr>
          <p:cNvSpPr>
            <a:spLocks noGrp="1" noChangeArrowheads="1"/>
          </p:cNvSpPr>
          <p:nvPr>
            <p:ph type="body" idx="1"/>
          </p:nvPr>
        </p:nvSpPr>
        <p:spPr bwMode="auto">
          <a:xfrm>
            <a:off x="2879725" y="8982075"/>
            <a:ext cx="32645350" cy="18653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386654" tIns="193327" rIns="386654" bIns="193327"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a:extLst>
              <a:ext uri="{FF2B5EF4-FFF2-40B4-BE49-F238E27FC236}">
                <a16:creationId xmlns:a16="http://schemas.microsoft.com/office/drawing/2014/main" id="{AF3A20F5-BC3F-4866-BCA4-068556DEA29A}"/>
              </a:ext>
            </a:extLst>
          </p:cNvPr>
          <p:cNvSpPr>
            <a:spLocks noGrp="1" noChangeArrowheads="1"/>
          </p:cNvSpPr>
          <p:nvPr>
            <p:ph type="dt" sz="half" idx="2"/>
          </p:nvPr>
        </p:nvSpPr>
        <p:spPr bwMode="auto">
          <a:xfrm>
            <a:off x="2879725" y="28325763"/>
            <a:ext cx="8001000" cy="2073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386654" tIns="193327" rIns="386654" bIns="193327" numCol="1" anchor="t" anchorCtr="0" compatLnSpc="1">
            <a:prstTxWarp prst="textNoShape">
              <a:avLst/>
            </a:prstTxWarp>
          </a:bodyPr>
          <a:lstStyle>
            <a:lvl1pPr defTabSz="3867150">
              <a:defRPr sz="5900">
                <a:latin typeface="Times" charset="0"/>
                <a:ea typeface="ＭＳ Ｐゴシック" charset="0"/>
                <a:cs typeface="+mn-cs"/>
              </a:defRPr>
            </a:lvl1pPr>
          </a:lstStyle>
          <a:p>
            <a:pPr>
              <a:defRPr/>
            </a:pPr>
            <a:endParaRPr lang="en-US"/>
          </a:p>
        </p:txBody>
      </p:sp>
      <p:sp>
        <p:nvSpPr>
          <p:cNvPr id="1029" name="Rectangle 5">
            <a:extLst>
              <a:ext uri="{FF2B5EF4-FFF2-40B4-BE49-F238E27FC236}">
                <a16:creationId xmlns:a16="http://schemas.microsoft.com/office/drawing/2014/main" id="{1F0F12FC-9207-41A1-9CEA-8E79BAC85D10}"/>
              </a:ext>
            </a:extLst>
          </p:cNvPr>
          <p:cNvSpPr>
            <a:spLocks noGrp="1" noChangeArrowheads="1"/>
          </p:cNvSpPr>
          <p:nvPr>
            <p:ph type="ftr" sz="quarter" idx="3"/>
          </p:nvPr>
        </p:nvSpPr>
        <p:spPr bwMode="auto">
          <a:xfrm>
            <a:off x="13122275" y="28325763"/>
            <a:ext cx="12160250" cy="2073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386654" tIns="193327" rIns="386654" bIns="193327" numCol="1" anchor="t" anchorCtr="0" compatLnSpc="1">
            <a:prstTxWarp prst="textNoShape">
              <a:avLst/>
            </a:prstTxWarp>
          </a:bodyPr>
          <a:lstStyle>
            <a:lvl1pPr algn="ctr" defTabSz="3867150">
              <a:defRPr sz="5900">
                <a:latin typeface="Times" charset="0"/>
                <a:ea typeface="ＭＳ Ｐゴシック" charset="0"/>
                <a:cs typeface="+mn-cs"/>
              </a:defRPr>
            </a:lvl1pPr>
          </a:lstStyle>
          <a:p>
            <a:pPr>
              <a:defRPr/>
            </a:pPr>
            <a:endParaRPr lang="en-US"/>
          </a:p>
        </p:txBody>
      </p:sp>
      <p:sp>
        <p:nvSpPr>
          <p:cNvPr id="1030" name="Rectangle 6">
            <a:extLst>
              <a:ext uri="{FF2B5EF4-FFF2-40B4-BE49-F238E27FC236}">
                <a16:creationId xmlns:a16="http://schemas.microsoft.com/office/drawing/2014/main" id="{16A7FDD7-2E41-4045-9871-2B97C9717F1F}"/>
              </a:ext>
            </a:extLst>
          </p:cNvPr>
          <p:cNvSpPr>
            <a:spLocks noGrp="1" noChangeArrowheads="1"/>
          </p:cNvSpPr>
          <p:nvPr>
            <p:ph type="sldNum" sz="quarter" idx="4"/>
          </p:nvPr>
        </p:nvSpPr>
        <p:spPr bwMode="auto">
          <a:xfrm>
            <a:off x="27524075" y="28325763"/>
            <a:ext cx="8001000" cy="2073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386654" tIns="193327" rIns="386654" bIns="193327" numCol="1" anchor="t" anchorCtr="0" compatLnSpc="1">
            <a:prstTxWarp prst="textNoShape">
              <a:avLst/>
            </a:prstTxWarp>
          </a:bodyPr>
          <a:lstStyle>
            <a:lvl1pPr algn="r" defTabSz="3867150">
              <a:defRPr sz="5900" smtClean="0"/>
            </a:lvl1pPr>
          </a:lstStyle>
          <a:p>
            <a:pPr>
              <a:defRPr/>
            </a:pPr>
            <a:fld id="{2B53D41B-FD16-41CD-A1D5-564E475895F3}"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867150" rtl="0" eaLnBrk="0" fontAlgn="base" hangingPunct="0">
        <a:spcBef>
          <a:spcPct val="0"/>
        </a:spcBef>
        <a:spcAft>
          <a:spcPct val="0"/>
        </a:spcAft>
        <a:defRPr sz="18600">
          <a:solidFill>
            <a:schemeClr val="tx2"/>
          </a:solidFill>
          <a:latin typeface="+mj-lt"/>
          <a:ea typeface="MS PGothic" pitchFamily="34" charset="-128"/>
          <a:cs typeface="ＭＳ Ｐゴシック" charset="0"/>
        </a:defRPr>
      </a:lvl1pPr>
      <a:lvl2pPr algn="ctr" defTabSz="3867150" rtl="0" eaLnBrk="0" fontAlgn="base" hangingPunct="0">
        <a:spcBef>
          <a:spcPct val="0"/>
        </a:spcBef>
        <a:spcAft>
          <a:spcPct val="0"/>
        </a:spcAft>
        <a:defRPr sz="18600">
          <a:solidFill>
            <a:schemeClr val="tx2"/>
          </a:solidFill>
          <a:latin typeface="Times" charset="0"/>
          <a:ea typeface="MS PGothic" pitchFamily="34" charset="-128"/>
          <a:cs typeface="ＭＳ Ｐゴシック" charset="0"/>
        </a:defRPr>
      </a:lvl2pPr>
      <a:lvl3pPr algn="ctr" defTabSz="3867150" rtl="0" eaLnBrk="0" fontAlgn="base" hangingPunct="0">
        <a:spcBef>
          <a:spcPct val="0"/>
        </a:spcBef>
        <a:spcAft>
          <a:spcPct val="0"/>
        </a:spcAft>
        <a:defRPr sz="18600">
          <a:solidFill>
            <a:schemeClr val="tx2"/>
          </a:solidFill>
          <a:latin typeface="Times" charset="0"/>
          <a:ea typeface="MS PGothic" pitchFamily="34" charset="-128"/>
          <a:cs typeface="ＭＳ Ｐゴシック" charset="0"/>
        </a:defRPr>
      </a:lvl3pPr>
      <a:lvl4pPr algn="ctr" defTabSz="3867150" rtl="0" eaLnBrk="0" fontAlgn="base" hangingPunct="0">
        <a:spcBef>
          <a:spcPct val="0"/>
        </a:spcBef>
        <a:spcAft>
          <a:spcPct val="0"/>
        </a:spcAft>
        <a:defRPr sz="18600">
          <a:solidFill>
            <a:schemeClr val="tx2"/>
          </a:solidFill>
          <a:latin typeface="Times" charset="0"/>
          <a:ea typeface="MS PGothic" pitchFamily="34" charset="-128"/>
          <a:cs typeface="ＭＳ Ｐゴシック" charset="0"/>
        </a:defRPr>
      </a:lvl4pPr>
      <a:lvl5pPr algn="ctr" defTabSz="3867150" rtl="0" eaLnBrk="0" fontAlgn="base" hangingPunct="0">
        <a:spcBef>
          <a:spcPct val="0"/>
        </a:spcBef>
        <a:spcAft>
          <a:spcPct val="0"/>
        </a:spcAft>
        <a:defRPr sz="18600">
          <a:solidFill>
            <a:schemeClr val="tx2"/>
          </a:solidFill>
          <a:latin typeface="Times" charset="0"/>
          <a:ea typeface="MS PGothic" pitchFamily="34" charset="-128"/>
          <a:cs typeface="ＭＳ Ｐゴシック" charset="0"/>
        </a:defRPr>
      </a:lvl5pPr>
      <a:lvl6pPr marL="457200" algn="ctr" defTabSz="3867150" rtl="0" fontAlgn="base">
        <a:spcBef>
          <a:spcPct val="0"/>
        </a:spcBef>
        <a:spcAft>
          <a:spcPct val="0"/>
        </a:spcAft>
        <a:defRPr sz="18600">
          <a:solidFill>
            <a:schemeClr val="tx2"/>
          </a:solidFill>
          <a:latin typeface="Times" charset="0"/>
          <a:ea typeface="ＭＳ Ｐゴシック" charset="0"/>
        </a:defRPr>
      </a:lvl6pPr>
      <a:lvl7pPr marL="914400" algn="ctr" defTabSz="3867150" rtl="0" fontAlgn="base">
        <a:spcBef>
          <a:spcPct val="0"/>
        </a:spcBef>
        <a:spcAft>
          <a:spcPct val="0"/>
        </a:spcAft>
        <a:defRPr sz="18600">
          <a:solidFill>
            <a:schemeClr val="tx2"/>
          </a:solidFill>
          <a:latin typeface="Times" charset="0"/>
          <a:ea typeface="ＭＳ Ｐゴシック" charset="0"/>
        </a:defRPr>
      </a:lvl7pPr>
      <a:lvl8pPr marL="1371600" algn="ctr" defTabSz="3867150" rtl="0" fontAlgn="base">
        <a:spcBef>
          <a:spcPct val="0"/>
        </a:spcBef>
        <a:spcAft>
          <a:spcPct val="0"/>
        </a:spcAft>
        <a:defRPr sz="18600">
          <a:solidFill>
            <a:schemeClr val="tx2"/>
          </a:solidFill>
          <a:latin typeface="Times" charset="0"/>
          <a:ea typeface="ＭＳ Ｐゴシック" charset="0"/>
        </a:defRPr>
      </a:lvl8pPr>
      <a:lvl9pPr marL="1828800" algn="ctr" defTabSz="3867150" rtl="0" fontAlgn="base">
        <a:spcBef>
          <a:spcPct val="0"/>
        </a:spcBef>
        <a:spcAft>
          <a:spcPct val="0"/>
        </a:spcAft>
        <a:defRPr sz="18600">
          <a:solidFill>
            <a:schemeClr val="tx2"/>
          </a:solidFill>
          <a:latin typeface="Times" charset="0"/>
          <a:ea typeface="ＭＳ Ｐゴシック" charset="0"/>
        </a:defRPr>
      </a:lvl9pPr>
    </p:titleStyle>
    <p:bodyStyle>
      <a:lvl1pPr marL="1449388" indent="-1449388" algn="l" defTabSz="3867150" rtl="0" eaLnBrk="0" fontAlgn="base" hangingPunct="0">
        <a:spcBef>
          <a:spcPct val="20000"/>
        </a:spcBef>
        <a:spcAft>
          <a:spcPct val="0"/>
        </a:spcAft>
        <a:buChar char="•"/>
        <a:defRPr sz="13500">
          <a:solidFill>
            <a:schemeClr val="tx1"/>
          </a:solidFill>
          <a:latin typeface="+mn-lt"/>
          <a:ea typeface="MS PGothic" pitchFamily="34" charset="-128"/>
          <a:cs typeface="ＭＳ Ｐゴシック" charset="0"/>
        </a:defRPr>
      </a:lvl1pPr>
      <a:lvl2pPr marL="3141663" indent="-1208088" algn="l" defTabSz="3867150" rtl="0" eaLnBrk="0" fontAlgn="base" hangingPunct="0">
        <a:spcBef>
          <a:spcPct val="20000"/>
        </a:spcBef>
        <a:spcAft>
          <a:spcPct val="0"/>
        </a:spcAft>
        <a:buChar char="–"/>
        <a:defRPr sz="11800">
          <a:solidFill>
            <a:schemeClr val="tx1"/>
          </a:solidFill>
          <a:latin typeface="+mn-lt"/>
          <a:ea typeface="MS PGothic" pitchFamily="34" charset="-128"/>
        </a:defRPr>
      </a:lvl2pPr>
      <a:lvl3pPr marL="4833938" indent="-966788" algn="l" defTabSz="3867150" rtl="0" eaLnBrk="0" fontAlgn="base" hangingPunct="0">
        <a:spcBef>
          <a:spcPct val="20000"/>
        </a:spcBef>
        <a:spcAft>
          <a:spcPct val="0"/>
        </a:spcAft>
        <a:buChar char="•"/>
        <a:defRPr sz="10100">
          <a:solidFill>
            <a:schemeClr val="tx1"/>
          </a:solidFill>
          <a:latin typeface="+mn-lt"/>
          <a:ea typeface="MS PGothic" pitchFamily="34" charset="-128"/>
        </a:defRPr>
      </a:lvl3pPr>
      <a:lvl4pPr marL="6765925" indent="-966788" algn="l" defTabSz="3867150" rtl="0" eaLnBrk="0" fontAlgn="base" hangingPunct="0">
        <a:spcBef>
          <a:spcPct val="20000"/>
        </a:spcBef>
        <a:spcAft>
          <a:spcPct val="0"/>
        </a:spcAft>
        <a:buChar char="–"/>
        <a:defRPr sz="8500">
          <a:solidFill>
            <a:schemeClr val="tx1"/>
          </a:solidFill>
          <a:latin typeface="+mn-lt"/>
          <a:ea typeface="MS PGothic" pitchFamily="34" charset="-128"/>
        </a:defRPr>
      </a:lvl4pPr>
      <a:lvl5pPr marL="8699500" indent="-966788" algn="l" defTabSz="3867150" rtl="0" eaLnBrk="0" fontAlgn="base" hangingPunct="0">
        <a:spcBef>
          <a:spcPct val="20000"/>
        </a:spcBef>
        <a:spcAft>
          <a:spcPct val="0"/>
        </a:spcAft>
        <a:buChar char="»"/>
        <a:defRPr sz="8500">
          <a:solidFill>
            <a:schemeClr val="tx1"/>
          </a:solidFill>
          <a:latin typeface="+mn-lt"/>
          <a:ea typeface="MS PGothic" pitchFamily="34" charset="-128"/>
        </a:defRPr>
      </a:lvl5pPr>
      <a:lvl6pPr marL="9156700" indent="-966788" algn="l" defTabSz="3867150" rtl="0" fontAlgn="base">
        <a:spcBef>
          <a:spcPct val="20000"/>
        </a:spcBef>
        <a:spcAft>
          <a:spcPct val="0"/>
        </a:spcAft>
        <a:buChar char="»"/>
        <a:defRPr sz="8500">
          <a:solidFill>
            <a:schemeClr val="tx1"/>
          </a:solidFill>
          <a:latin typeface="+mn-lt"/>
          <a:ea typeface="+mn-ea"/>
        </a:defRPr>
      </a:lvl6pPr>
      <a:lvl7pPr marL="9613900" indent="-966788" algn="l" defTabSz="3867150" rtl="0" fontAlgn="base">
        <a:spcBef>
          <a:spcPct val="20000"/>
        </a:spcBef>
        <a:spcAft>
          <a:spcPct val="0"/>
        </a:spcAft>
        <a:buChar char="»"/>
        <a:defRPr sz="8500">
          <a:solidFill>
            <a:schemeClr val="tx1"/>
          </a:solidFill>
          <a:latin typeface="+mn-lt"/>
          <a:ea typeface="+mn-ea"/>
        </a:defRPr>
      </a:lvl7pPr>
      <a:lvl8pPr marL="10071100" indent="-966788" algn="l" defTabSz="3867150" rtl="0" fontAlgn="base">
        <a:spcBef>
          <a:spcPct val="20000"/>
        </a:spcBef>
        <a:spcAft>
          <a:spcPct val="0"/>
        </a:spcAft>
        <a:buChar char="»"/>
        <a:defRPr sz="8500">
          <a:solidFill>
            <a:schemeClr val="tx1"/>
          </a:solidFill>
          <a:latin typeface="+mn-lt"/>
          <a:ea typeface="+mn-ea"/>
        </a:defRPr>
      </a:lvl8pPr>
      <a:lvl9pPr marL="10528300" indent="-966788" algn="l" defTabSz="3867150" rtl="0" fontAlgn="base">
        <a:spcBef>
          <a:spcPct val="20000"/>
        </a:spcBef>
        <a:spcAft>
          <a:spcPct val="0"/>
        </a:spcAft>
        <a:buChar char="»"/>
        <a:defRPr sz="8500">
          <a:solidFill>
            <a:schemeClr val="tx1"/>
          </a:solidFill>
          <a:latin typeface="+mn-lt"/>
          <a:ea typeface="+mn-ea"/>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3" name="Text Box 5">
            <a:extLst>
              <a:ext uri="{FF2B5EF4-FFF2-40B4-BE49-F238E27FC236}">
                <a16:creationId xmlns:a16="http://schemas.microsoft.com/office/drawing/2014/main" id="{26A39CEA-BCC4-4B2B-8213-6FFFBFC785C9}"/>
              </a:ext>
            </a:extLst>
          </p:cNvPr>
          <p:cNvSpPr txBox="1">
            <a:spLocks noChangeArrowheads="1"/>
          </p:cNvSpPr>
          <p:nvPr/>
        </p:nvSpPr>
        <p:spPr bwMode="auto">
          <a:xfrm>
            <a:off x="6121866" y="997743"/>
            <a:ext cx="29365575" cy="143351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a:defRPr/>
            </a:pPr>
            <a:r>
              <a:rPr lang="en-US" sz="8800" b="1" dirty="0">
                <a:solidFill>
                  <a:srgbClr val="F58426"/>
                </a:solidFill>
                <a:latin typeface="Times" charset="0"/>
                <a:ea typeface="ＭＳ Ｐゴシック" charset="0"/>
              </a:rPr>
              <a:t>Credit Card Fraud Detection System</a:t>
            </a:r>
            <a:endParaRPr lang="en-US" b="1" dirty="0">
              <a:solidFill>
                <a:srgbClr val="F58426"/>
              </a:solidFill>
              <a:latin typeface="Times" charset="0"/>
              <a:ea typeface="ＭＳ Ｐゴシック" charset="0"/>
            </a:endParaRPr>
          </a:p>
        </p:txBody>
      </p:sp>
      <p:sp>
        <p:nvSpPr>
          <p:cNvPr id="2054" name="Text Box 6">
            <a:extLst>
              <a:ext uri="{FF2B5EF4-FFF2-40B4-BE49-F238E27FC236}">
                <a16:creationId xmlns:a16="http://schemas.microsoft.com/office/drawing/2014/main" id="{ED792E08-5ACE-46FD-BA6A-7792AFB4E3F6}"/>
              </a:ext>
            </a:extLst>
          </p:cNvPr>
          <p:cNvSpPr txBox="1">
            <a:spLocks noChangeArrowheads="1"/>
          </p:cNvSpPr>
          <p:nvPr/>
        </p:nvSpPr>
        <p:spPr bwMode="auto">
          <a:xfrm>
            <a:off x="5811464" y="2430717"/>
            <a:ext cx="29365575" cy="101566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sz="2400">
                <a:solidFill>
                  <a:schemeClr val="tx1"/>
                </a:solidFill>
                <a:latin typeface="Times" charset="0"/>
                <a:ea typeface="MS PGothic" pitchFamily="34" charset="-128"/>
              </a:defRPr>
            </a:lvl1pPr>
            <a:lvl2pPr marL="742950" indent="-285750">
              <a:defRPr sz="2400">
                <a:solidFill>
                  <a:schemeClr val="tx1"/>
                </a:solidFill>
                <a:latin typeface="Times" charset="0"/>
                <a:ea typeface="MS PGothic" pitchFamily="34" charset="-128"/>
              </a:defRPr>
            </a:lvl2pPr>
            <a:lvl3pPr marL="1143000" indent="-228600">
              <a:defRPr sz="2400">
                <a:solidFill>
                  <a:schemeClr val="tx1"/>
                </a:solidFill>
                <a:latin typeface="Times" charset="0"/>
                <a:ea typeface="MS PGothic" pitchFamily="34" charset="-128"/>
              </a:defRPr>
            </a:lvl3pPr>
            <a:lvl4pPr marL="1600200" indent="-228600">
              <a:defRPr sz="2400">
                <a:solidFill>
                  <a:schemeClr val="tx1"/>
                </a:solidFill>
                <a:latin typeface="Times" charset="0"/>
                <a:ea typeface="MS PGothic" pitchFamily="34" charset="-128"/>
              </a:defRPr>
            </a:lvl4pPr>
            <a:lvl5pPr marL="2057400" indent="-228600">
              <a:defRPr sz="2400">
                <a:solidFill>
                  <a:schemeClr val="tx1"/>
                </a:solidFill>
                <a:latin typeface="Times" charset="0"/>
                <a:ea typeface="MS PGothic" pitchFamily="34" charset="-128"/>
              </a:defRPr>
            </a:lvl5pPr>
            <a:lvl6pPr marL="2514600" indent="-228600" eaLnBrk="0" fontAlgn="base" hangingPunct="0">
              <a:spcBef>
                <a:spcPct val="0"/>
              </a:spcBef>
              <a:spcAft>
                <a:spcPct val="0"/>
              </a:spcAft>
              <a:defRPr sz="2400">
                <a:solidFill>
                  <a:schemeClr val="tx1"/>
                </a:solidFill>
                <a:latin typeface="Times" charset="0"/>
                <a:ea typeface="MS PGothic" pitchFamily="34" charset="-128"/>
              </a:defRPr>
            </a:lvl6pPr>
            <a:lvl7pPr marL="2971800" indent="-228600" eaLnBrk="0" fontAlgn="base" hangingPunct="0">
              <a:spcBef>
                <a:spcPct val="0"/>
              </a:spcBef>
              <a:spcAft>
                <a:spcPct val="0"/>
              </a:spcAft>
              <a:defRPr sz="2400">
                <a:solidFill>
                  <a:schemeClr val="tx1"/>
                </a:solidFill>
                <a:latin typeface="Times" charset="0"/>
                <a:ea typeface="MS PGothic" pitchFamily="34" charset="-128"/>
              </a:defRPr>
            </a:lvl7pPr>
            <a:lvl8pPr marL="3429000" indent="-228600" eaLnBrk="0" fontAlgn="base" hangingPunct="0">
              <a:spcBef>
                <a:spcPct val="0"/>
              </a:spcBef>
              <a:spcAft>
                <a:spcPct val="0"/>
              </a:spcAft>
              <a:defRPr sz="2400">
                <a:solidFill>
                  <a:schemeClr val="tx1"/>
                </a:solidFill>
                <a:latin typeface="Times" charset="0"/>
                <a:ea typeface="MS PGothic" pitchFamily="34" charset="-128"/>
              </a:defRPr>
            </a:lvl8pPr>
            <a:lvl9pPr marL="3886200" indent="-228600" eaLnBrk="0" fontAlgn="base" hangingPunct="0">
              <a:spcBef>
                <a:spcPct val="0"/>
              </a:spcBef>
              <a:spcAft>
                <a:spcPct val="0"/>
              </a:spcAft>
              <a:defRPr sz="2400">
                <a:solidFill>
                  <a:schemeClr val="tx1"/>
                </a:solidFill>
                <a:latin typeface="Times" charset="0"/>
                <a:ea typeface="MS PGothic" pitchFamily="34" charset="-128"/>
              </a:defRPr>
            </a:lvl9pPr>
          </a:lstStyle>
          <a:p>
            <a:pPr algn="ctr">
              <a:defRPr/>
            </a:pPr>
            <a:r>
              <a:rPr lang="en-US" altLang="en-US" sz="6000" dirty="0">
                <a:solidFill>
                  <a:srgbClr val="F58426"/>
                </a:solidFill>
              </a:rPr>
              <a:t>John Cavanaugh, Matthew Todaro, Derek Mendez</a:t>
            </a:r>
          </a:p>
        </p:txBody>
      </p:sp>
      <p:sp>
        <p:nvSpPr>
          <p:cNvPr id="2055" name="Text Box 7">
            <a:extLst>
              <a:ext uri="{FF2B5EF4-FFF2-40B4-BE49-F238E27FC236}">
                <a16:creationId xmlns:a16="http://schemas.microsoft.com/office/drawing/2014/main" id="{A4507E0F-A44A-4A69-8B8A-50794C2A7573}"/>
              </a:ext>
            </a:extLst>
          </p:cNvPr>
          <p:cNvSpPr txBox="1">
            <a:spLocks noChangeArrowheads="1"/>
          </p:cNvSpPr>
          <p:nvPr/>
        </p:nvSpPr>
        <p:spPr bwMode="auto">
          <a:xfrm>
            <a:off x="2283786" y="3957726"/>
            <a:ext cx="931970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spcBef>
                <a:spcPct val="50000"/>
              </a:spcBef>
              <a:defRPr/>
            </a:pPr>
            <a:r>
              <a:rPr lang="en-US" sz="5400" b="1" dirty="0">
                <a:solidFill>
                  <a:srgbClr val="F58426"/>
                </a:solidFill>
                <a:latin typeface="Times" charset="0"/>
                <a:ea typeface="ＭＳ Ｐゴシック" charset="0"/>
              </a:rPr>
              <a:t>Project Goals/Why It’s Useful:</a:t>
            </a:r>
            <a:endParaRPr lang="en-US" sz="3600" dirty="0">
              <a:solidFill>
                <a:srgbClr val="F58426"/>
              </a:solidFill>
              <a:latin typeface="Times" charset="0"/>
              <a:ea typeface="ＭＳ Ｐゴシック" charset="0"/>
            </a:endParaRPr>
          </a:p>
        </p:txBody>
      </p:sp>
      <p:sp>
        <p:nvSpPr>
          <p:cNvPr id="2056" name="Rectangle 8">
            <a:extLst>
              <a:ext uri="{FF2B5EF4-FFF2-40B4-BE49-F238E27FC236}">
                <a16:creationId xmlns:a16="http://schemas.microsoft.com/office/drawing/2014/main" id="{21377D2C-A7EB-4054-ABA6-238B3D36B89D}"/>
              </a:ext>
            </a:extLst>
          </p:cNvPr>
          <p:cNvSpPr>
            <a:spLocks noChangeArrowheads="1"/>
          </p:cNvSpPr>
          <p:nvPr/>
        </p:nvSpPr>
        <p:spPr bwMode="auto">
          <a:xfrm>
            <a:off x="25566687" y="3725197"/>
            <a:ext cx="10880725" cy="15284008"/>
          </a:xfrm>
          <a:prstGeom prst="rect">
            <a:avLst/>
          </a:prstGeom>
          <a:noFill/>
          <a:ln w="381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defRPr/>
            </a:pPr>
            <a:endParaRPr lang="en-US">
              <a:solidFill>
                <a:srgbClr val="003D7E"/>
              </a:solidFill>
              <a:latin typeface="Times" charset="0"/>
              <a:ea typeface="ＭＳ Ｐゴシック" charset="0"/>
            </a:endParaRPr>
          </a:p>
        </p:txBody>
      </p:sp>
      <p:sp>
        <p:nvSpPr>
          <p:cNvPr id="2058" name="Rectangle 10">
            <a:extLst>
              <a:ext uri="{FF2B5EF4-FFF2-40B4-BE49-F238E27FC236}">
                <a16:creationId xmlns:a16="http://schemas.microsoft.com/office/drawing/2014/main" id="{6D1A7C78-03F8-47B2-AC15-044CDBF86AE5}"/>
              </a:ext>
            </a:extLst>
          </p:cNvPr>
          <p:cNvSpPr>
            <a:spLocks noChangeArrowheads="1"/>
          </p:cNvSpPr>
          <p:nvPr/>
        </p:nvSpPr>
        <p:spPr bwMode="auto">
          <a:xfrm>
            <a:off x="13389000" y="15544798"/>
            <a:ext cx="11585067" cy="14524893"/>
          </a:xfrm>
          <a:prstGeom prst="rect">
            <a:avLst/>
          </a:prstGeom>
          <a:noFill/>
          <a:ln w="381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defRPr/>
            </a:pPr>
            <a:endParaRPr lang="en-US">
              <a:solidFill>
                <a:srgbClr val="003D7E"/>
              </a:solidFill>
              <a:latin typeface="Times" charset="0"/>
              <a:ea typeface="ＭＳ Ｐゴシック" charset="0"/>
            </a:endParaRPr>
          </a:p>
        </p:txBody>
      </p:sp>
      <p:sp>
        <p:nvSpPr>
          <p:cNvPr id="2060" name="Text Box 12">
            <a:extLst>
              <a:ext uri="{FF2B5EF4-FFF2-40B4-BE49-F238E27FC236}">
                <a16:creationId xmlns:a16="http://schemas.microsoft.com/office/drawing/2014/main" id="{194500AE-940B-4BEA-95BB-EB0F741B89DD}"/>
              </a:ext>
            </a:extLst>
          </p:cNvPr>
          <p:cNvSpPr txBox="1">
            <a:spLocks noChangeArrowheads="1"/>
          </p:cNvSpPr>
          <p:nvPr/>
        </p:nvSpPr>
        <p:spPr bwMode="auto">
          <a:xfrm>
            <a:off x="2339344" y="15555431"/>
            <a:ext cx="8232722"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spcBef>
                <a:spcPct val="50000"/>
              </a:spcBef>
              <a:defRPr/>
            </a:pPr>
            <a:r>
              <a:rPr lang="en-US" sz="5400" b="1" dirty="0">
                <a:solidFill>
                  <a:srgbClr val="F58426"/>
                </a:solidFill>
                <a:latin typeface="Times" charset="0"/>
                <a:ea typeface="ＭＳ Ｐゴシック" charset="0"/>
              </a:rPr>
              <a:t>Technology/Materials Used</a:t>
            </a:r>
          </a:p>
          <a:p>
            <a:pPr>
              <a:spcBef>
                <a:spcPct val="50000"/>
              </a:spcBef>
              <a:defRPr/>
            </a:pPr>
            <a:endParaRPr lang="en-US" sz="5400" b="1" dirty="0">
              <a:solidFill>
                <a:srgbClr val="F58426"/>
              </a:solidFill>
              <a:latin typeface="Times" charset="0"/>
              <a:ea typeface="ＭＳ Ｐゴシック" charset="0"/>
            </a:endParaRPr>
          </a:p>
        </p:txBody>
      </p:sp>
      <p:sp>
        <p:nvSpPr>
          <p:cNvPr id="2061" name="Rectangle 13">
            <a:extLst>
              <a:ext uri="{FF2B5EF4-FFF2-40B4-BE49-F238E27FC236}">
                <a16:creationId xmlns:a16="http://schemas.microsoft.com/office/drawing/2014/main" id="{5E0954FF-B36A-4B77-9055-B38517ED02E3}"/>
              </a:ext>
            </a:extLst>
          </p:cNvPr>
          <p:cNvSpPr>
            <a:spLocks noChangeArrowheads="1"/>
          </p:cNvSpPr>
          <p:nvPr/>
        </p:nvSpPr>
        <p:spPr bwMode="auto">
          <a:xfrm>
            <a:off x="1957388" y="15544800"/>
            <a:ext cx="10563226" cy="14524892"/>
          </a:xfrm>
          <a:prstGeom prst="rect">
            <a:avLst/>
          </a:prstGeom>
          <a:noFill/>
          <a:ln w="381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defRPr/>
            </a:pPr>
            <a:endParaRPr lang="en-US">
              <a:solidFill>
                <a:srgbClr val="003D7E"/>
              </a:solidFill>
              <a:latin typeface="Times" charset="0"/>
              <a:ea typeface="ＭＳ Ｐゴシック" charset="0"/>
            </a:endParaRPr>
          </a:p>
        </p:txBody>
      </p:sp>
      <p:sp>
        <p:nvSpPr>
          <p:cNvPr id="2062" name="Text Box 14">
            <a:extLst>
              <a:ext uri="{FF2B5EF4-FFF2-40B4-BE49-F238E27FC236}">
                <a16:creationId xmlns:a16="http://schemas.microsoft.com/office/drawing/2014/main" id="{CE328777-C625-41BF-BC38-ABBA36755B20}"/>
              </a:ext>
            </a:extLst>
          </p:cNvPr>
          <p:cNvSpPr txBox="1">
            <a:spLocks noChangeArrowheads="1"/>
          </p:cNvSpPr>
          <p:nvPr/>
        </p:nvSpPr>
        <p:spPr bwMode="auto">
          <a:xfrm>
            <a:off x="13762503" y="15685788"/>
            <a:ext cx="7042150"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1440" tIns="45720" rIns="91440" bIns="45720" anchor="t">
            <a:spAutoFit/>
          </a:bodyPr>
          <a:lstStyle/>
          <a:p>
            <a:pPr>
              <a:spcBef>
                <a:spcPct val="50000"/>
              </a:spcBef>
              <a:defRPr/>
            </a:pPr>
            <a:r>
              <a:rPr lang="en-US" sz="5400" b="1" dirty="0">
                <a:solidFill>
                  <a:srgbClr val="F58426"/>
                </a:solidFill>
                <a:latin typeface="Times"/>
                <a:ea typeface="ＭＳ Ｐゴシック"/>
                <a:cs typeface="Times"/>
              </a:rPr>
              <a:t>System Diagram:</a:t>
            </a:r>
            <a:endParaRPr lang="en-US" dirty="0"/>
          </a:p>
        </p:txBody>
      </p:sp>
      <p:sp>
        <p:nvSpPr>
          <p:cNvPr id="2063" name="Rectangle 15">
            <a:extLst>
              <a:ext uri="{FF2B5EF4-FFF2-40B4-BE49-F238E27FC236}">
                <a16:creationId xmlns:a16="http://schemas.microsoft.com/office/drawing/2014/main" id="{1B5A013E-E975-4C80-857F-76908A83D116}"/>
              </a:ext>
            </a:extLst>
          </p:cNvPr>
          <p:cNvSpPr>
            <a:spLocks noChangeArrowheads="1"/>
          </p:cNvSpPr>
          <p:nvPr/>
        </p:nvSpPr>
        <p:spPr bwMode="auto">
          <a:xfrm>
            <a:off x="1957388" y="3725196"/>
            <a:ext cx="10563225" cy="11327512"/>
          </a:xfrm>
          <a:prstGeom prst="rect">
            <a:avLst/>
          </a:prstGeom>
          <a:noFill/>
          <a:ln w="381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defRPr/>
            </a:pPr>
            <a:endParaRPr lang="en-US">
              <a:solidFill>
                <a:srgbClr val="003D7E"/>
              </a:solidFill>
              <a:latin typeface="Times" charset="0"/>
              <a:ea typeface="ＭＳ Ｐゴシック" charset="0"/>
            </a:endParaRPr>
          </a:p>
        </p:txBody>
      </p:sp>
      <p:sp>
        <p:nvSpPr>
          <p:cNvPr id="2065" name="Text Box 17">
            <a:extLst>
              <a:ext uri="{FF2B5EF4-FFF2-40B4-BE49-F238E27FC236}">
                <a16:creationId xmlns:a16="http://schemas.microsoft.com/office/drawing/2014/main" id="{0C81DD51-76DF-4584-A411-E8559B4FE0C0}"/>
              </a:ext>
            </a:extLst>
          </p:cNvPr>
          <p:cNvSpPr txBox="1">
            <a:spLocks noChangeArrowheads="1"/>
          </p:cNvSpPr>
          <p:nvPr/>
        </p:nvSpPr>
        <p:spPr bwMode="auto">
          <a:xfrm>
            <a:off x="25893713" y="4003848"/>
            <a:ext cx="7038975" cy="923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1440" tIns="45720" rIns="91440" bIns="45720" anchor="t">
            <a:spAutoFit/>
          </a:bodyPr>
          <a:lstStyle/>
          <a:p>
            <a:pPr>
              <a:spcBef>
                <a:spcPct val="50000"/>
              </a:spcBef>
              <a:defRPr/>
            </a:pPr>
            <a:r>
              <a:rPr lang="en-US" sz="5400" b="1" dirty="0">
                <a:solidFill>
                  <a:srgbClr val="F58426"/>
                </a:solidFill>
                <a:latin typeface="Times"/>
                <a:ea typeface="ＭＳ Ｐゴシック"/>
                <a:cs typeface="Times"/>
              </a:rPr>
              <a:t>Walk Through</a:t>
            </a:r>
            <a:endParaRPr lang="en-US" dirty="0"/>
          </a:p>
        </p:txBody>
      </p:sp>
      <p:sp>
        <p:nvSpPr>
          <p:cNvPr id="2068" name="Rectangle 20">
            <a:extLst>
              <a:ext uri="{FF2B5EF4-FFF2-40B4-BE49-F238E27FC236}">
                <a16:creationId xmlns:a16="http://schemas.microsoft.com/office/drawing/2014/main" id="{DBF70623-6F7C-41FC-83E1-E1FAC672B51D}"/>
              </a:ext>
            </a:extLst>
          </p:cNvPr>
          <p:cNvSpPr>
            <a:spLocks noChangeArrowheads="1"/>
          </p:cNvSpPr>
          <p:nvPr/>
        </p:nvSpPr>
        <p:spPr bwMode="auto">
          <a:xfrm>
            <a:off x="25558483" y="19455890"/>
            <a:ext cx="10880725" cy="10613802"/>
          </a:xfrm>
          <a:prstGeom prst="rect">
            <a:avLst/>
          </a:prstGeom>
          <a:noFill/>
          <a:ln w="381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defRPr/>
            </a:pPr>
            <a:endParaRPr lang="en-US">
              <a:solidFill>
                <a:srgbClr val="003D7E"/>
              </a:solidFill>
              <a:latin typeface="Times" charset="0"/>
              <a:ea typeface="ＭＳ Ｐゴシック" charset="0"/>
            </a:endParaRPr>
          </a:p>
        </p:txBody>
      </p:sp>
      <p:pic>
        <p:nvPicPr>
          <p:cNvPr id="2" name="Picture 2" descr="nplogo.pdf">
            <a:extLst>
              <a:ext uri="{FF2B5EF4-FFF2-40B4-BE49-F238E27FC236}">
                <a16:creationId xmlns:a16="http://schemas.microsoft.com/office/drawing/2014/main" id="{10FB3BC2-68A4-4594-B82D-F64DA8BABBA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97088" y="1405794"/>
            <a:ext cx="6242050" cy="191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4">
            <a:extLst>
              <a:ext uri="{FF2B5EF4-FFF2-40B4-BE49-F238E27FC236}">
                <a16:creationId xmlns:a16="http://schemas.microsoft.com/office/drawing/2014/main" id="{4AF4EEDD-D3E6-4AE8-9194-E177AFAB6B36}"/>
              </a:ext>
            </a:extLst>
          </p:cNvPr>
          <p:cNvSpPr txBox="1">
            <a:spLocks noChangeArrowheads="1"/>
          </p:cNvSpPr>
          <p:nvPr/>
        </p:nvSpPr>
        <p:spPr bwMode="auto">
          <a:xfrm>
            <a:off x="1262063" y="320675"/>
            <a:ext cx="1873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panose="02020603050405020304" pitchFamily="18" charset="0"/>
                <a:ea typeface="MS PGothic" panose="020B0600070205080204" pitchFamily="34" charset="-128"/>
              </a:defRPr>
            </a:lvl1pPr>
            <a:lvl2pPr marL="742950" indent="-285750">
              <a:defRPr sz="2400">
                <a:solidFill>
                  <a:schemeClr val="tx1"/>
                </a:solidFill>
                <a:latin typeface="Times" panose="02020603050405020304" pitchFamily="18" charset="0"/>
                <a:ea typeface="MS PGothic" panose="020B0600070205080204" pitchFamily="34" charset="-128"/>
              </a:defRPr>
            </a:lvl2pPr>
            <a:lvl3pPr marL="1143000" indent="-228600">
              <a:defRPr sz="2400">
                <a:solidFill>
                  <a:schemeClr val="tx1"/>
                </a:solidFill>
                <a:latin typeface="Times" panose="02020603050405020304" pitchFamily="18" charset="0"/>
                <a:ea typeface="MS PGothic" panose="020B0600070205080204" pitchFamily="34" charset="-128"/>
              </a:defRPr>
            </a:lvl3pPr>
            <a:lvl4pPr marL="1600200" indent="-228600">
              <a:defRPr sz="2400">
                <a:solidFill>
                  <a:schemeClr val="tx1"/>
                </a:solidFill>
                <a:latin typeface="Times" panose="02020603050405020304" pitchFamily="18" charset="0"/>
                <a:ea typeface="MS PGothic" panose="020B0600070205080204" pitchFamily="34" charset="-128"/>
              </a:defRPr>
            </a:lvl4pPr>
            <a:lvl5pPr marL="2057400" indent="-228600">
              <a:defRPr sz="2400">
                <a:solidFill>
                  <a:schemeClr val="tx1"/>
                </a:solidFill>
                <a:latin typeface="Times"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Times"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Times"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Times"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Times" panose="02020603050405020304" pitchFamily="18" charset="0"/>
                <a:ea typeface="MS PGothic" panose="020B0600070205080204" pitchFamily="34" charset="-128"/>
              </a:defRPr>
            </a:lvl9pPr>
          </a:lstStyle>
          <a:p>
            <a:endParaRPr lang="en-US" altLang="en-US">
              <a:solidFill>
                <a:srgbClr val="003D7E"/>
              </a:solidFill>
            </a:endParaRPr>
          </a:p>
        </p:txBody>
      </p:sp>
      <p:sp>
        <p:nvSpPr>
          <p:cNvPr id="5" name="Rectangle 4">
            <a:extLst>
              <a:ext uri="{FF2B5EF4-FFF2-40B4-BE49-F238E27FC236}">
                <a16:creationId xmlns:a16="http://schemas.microsoft.com/office/drawing/2014/main" id="{C20FAD06-7F98-4D7D-9A1B-AAFAB8DA3FEE}"/>
              </a:ext>
            </a:extLst>
          </p:cNvPr>
          <p:cNvSpPr/>
          <p:nvPr/>
        </p:nvSpPr>
        <p:spPr bwMode="auto">
          <a:xfrm>
            <a:off x="304800" y="320674"/>
            <a:ext cx="37719000" cy="30448251"/>
          </a:xfrm>
          <a:prstGeom prst="rect">
            <a:avLst/>
          </a:prstGeom>
          <a:noFill/>
          <a:ln w="635000" cap="sq" cmpd="sng" algn="ctr">
            <a:solidFill>
              <a:srgbClr val="003D7E"/>
            </a:solidFill>
            <a:prstDash val="solid"/>
            <a:miter lim="800000"/>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charset="0"/>
              <a:ea typeface="ＭＳ Ｐゴシック" charset="0"/>
            </a:endParaRPr>
          </a:p>
        </p:txBody>
      </p:sp>
      <p:sp>
        <p:nvSpPr>
          <p:cNvPr id="6" name="TextBox 5">
            <a:extLst>
              <a:ext uri="{FF2B5EF4-FFF2-40B4-BE49-F238E27FC236}">
                <a16:creationId xmlns:a16="http://schemas.microsoft.com/office/drawing/2014/main" id="{1F6E6DB1-8C67-6A1A-D4F0-D6F0E0E5933C}"/>
              </a:ext>
            </a:extLst>
          </p:cNvPr>
          <p:cNvSpPr txBox="1"/>
          <p:nvPr/>
        </p:nvSpPr>
        <p:spPr>
          <a:xfrm>
            <a:off x="2734684" y="4901237"/>
            <a:ext cx="9193309" cy="1080295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400" dirty="0"/>
              <a:t>Our project goals were to build an end-to-end data analytics pipeline that detects potentially fraudulent credit card transactions. The system processes transaction data, applies machine learning to identify suspicious activity, and presents the results through an interactive dashboard.</a:t>
            </a:r>
          </a:p>
          <a:p>
            <a:endParaRPr lang="en-US" sz="4400" dirty="0"/>
          </a:p>
          <a:p>
            <a:r>
              <a:rPr lang="en-US" sz="4400" dirty="0"/>
              <a:t>This is useful because it shows how automated systems can quickly analyze large amounts of financial data, flag suspicious transactions, and provide clear insights that help improve security and reduce potential financial loss.</a:t>
            </a:r>
          </a:p>
          <a:p>
            <a:pPr algn="l"/>
            <a:endParaRPr lang="en-US" sz="3600" dirty="0">
              <a:cs typeface="Times"/>
            </a:endParaRPr>
          </a:p>
        </p:txBody>
      </p:sp>
      <p:sp>
        <p:nvSpPr>
          <p:cNvPr id="11" name="Text Box 17">
            <a:extLst>
              <a:ext uri="{FF2B5EF4-FFF2-40B4-BE49-F238E27FC236}">
                <a16:creationId xmlns:a16="http://schemas.microsoft.com/office/drawing/2014/main" id="{54864165-0542-A620-D9D4-B49B41643A43}"/>
              </a:ext>
            </a:extLst>
          </p:cNvPr>
          <p:cNvSpPr txBox="1">
            <a:spLocks noChangeArrowheads="1"/>
          </p:cNvSpPr>
          <p:nvPr/>
        </p:nvSpPr>
        <p:spPr bwMode="auto">
          <a:xfrm>
            <a:off x="25823321" y="19659090"/>
            <a:ext cx="703897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1440" tIns="45720" rIns="91440" bIns="45720" anchor="t">
            <a:spAutoFit/>
          </a:bodyPr>
          <a:lstStyle/>
          <a:p>
            <a:pPr>
              <a:spcBef>
                <a:spcPct val="50000"/>
              </a:spcBef>
              <a:defRPr/>
            </a:pPr>
            <a:r>
              <a:rPr lang="en-US" sz="5400" b="1" dirty="0">
                <a:solidFill>
                  <a:srgbClr val="F58426"/>
                </a:solidFill>
                <a:latin typeface="Times"/>
                <a:ea typeface="ＭＳ Ｐゴシック"/>
                <a:cs typeface="Times"/>
              </a:rPr>
              <a:t>Future Improvements:</a:t>
            </a:r>
            <a:endParaRPr lang="en-US" dirty="0"/>
          </a:p>
        </p:txBody>
      </p:sp>
      <p:sp>
        <p:nvSpPr>
          <p:cNvPr id="15" name="TextBox 14">
            <a:extLst>
              <a:ext uri="{FF2B5EF4-FFF2-40B4-BE49-F238E27FC236}">
                <a16:creationId xmlns:a16="http://schemas.microsoft.com/office/drawing/2014/main" id="{F585C988-05AA-91B4-23C0-FC0B1AAA76BA}"/>
              </a:ext>
            </a:extLst>
          </p:cNvPr>
          <p:cNvSpPr txBox="1"/>
          <p:nvPr/>
        </p:nvSpPr>
        <p:spPr>
          <a:xfrm>
            <a:off x="25755645" y="4889619"/>
            <a:ext cx="10341625" cy="141885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571500" indent="-571500">
              <a:buFont typeface="Arial"/>
              <a:buChar char="•"/>
            </a:pPr>
            <a:r>
              <a:rPr lang="en-US" sz="4400" dirty="0">
                <a:solidFill>
                  <a:schemeClr val="tx2"/>
                </a:solidFill>
              </a:rPr>
              <a:t>Obtain transaction data either by generating synthetic credit card transactions or uploading a user-provided CSV file.</a:t>
            </a:r>
            <a:endParaRPr lang="en-US" sz="4200" dirty="0">
              <a:solidFill>
                <a:schemeClr val="tx2"/>
              </a:solidFill>
              <a:latin typeface="Times"/>
              <a:ea typeface="MS PGothic"/>
              <a:cs typeface="Times"/>
            </a:endParaRPr>
          </a:p>
          <a:p>
            <a:pPr marL="571500" indent="-571500">
              <a:buFont typeface="Arial"/>
              <a:buChar char="•"/>
            </a:pPr>
            <a:endParaRPr lang="en-US" sz="4200" dirty="0">
              <a:solidFill>
                <a:srgbClr val="003D7E"/>
              </a:solidFill>
              <a:latin typeface="Times"/>
              <a:ea typeface="MS PGothic"/>
              <a:cs typeface="Times"/>
            </a:endParaRPr>
          </a:p>
          <a:p>
            <a:pPr marL="571500" indent="-571500">
              <a:buFont typeface="Arial"/>
              <a:buChar char="•"/>
            </a:pPr>
            <a:r>
              <a:rPr lang="en-US" sz="4400" dirty="0"/>
              <a:t>Send the transaction data from the dashboard to the backend through an API request for processing.</a:t>
            </a:r>
          </a:p>
          <a:p>
            <a:endParaRPr lang="en-US" sz="4200" dirty="0">
              <a:solidFill>
                <a:srgbClr val="003D7E"/>
              </a:solidFill>
              <a:latin typeface="Times"/>
              <a:ea typeface="MS PGothic"/>
              <a:cs typeface="Times"/>
            </a:endParaRPr>
          </a:p>
          <a:p>
            <a:pPr marL="571500" indent="-571500">
              <a:buFont typeface="Arial"/>
              <a:buChar char="•"/>
            </a:pPr>
            <a:r>
              <a:rPr lang="en-US" sz="4400" dirty="0"/>
              <a:t>Process the data using a machine learning model to evaluate each transaction and determine the likelihood of fraud.</a:t>
            </a:r>
          </a:p>
          <a:p>
            <a:endParaRPr lang="en-US" sz="4200" dirty="0">
              <a:solidFill>
                <a:srgbClr val="003D7E"/>
              </a:solidFill>
              <a:cs typeface="Times"/>
            </a:endParaRPr>
          </a:p>
          <a:p>
            <a:pPr marL="571500" indent="-571500">
              <a:buFont typeface="Arial"/>
              <a:buChar char="•"/>
            </a:pPr>
            <a:r>
              <a:rPr lang="en-US" sz="4400" dirty="0"/>
              <a:t>Return the prediction results, including flagged fraudulent transactions and associated confidence scores.</a:t>
            </a:r>
          </a:p>
          <a:p>
            <a:endParaRPr lang="en-US" sz="4200" dirty="0">
              <a:solidFill>
                <a:srgbClr val="003D7E"/>
              </a:solidFill>
              <a:cs typeface="Times"/>
            </a:endParaRPr>
          </a:p>
          <a:p>
            <a:pPr marL="571500" indent="-571500">
              <a:buFont typeface="Arial"/>
              <a:buChar char="•"/>
            </a:pPr>
            <a:r>
              <a:rPr lang="en-US" sz="4400" dirty="0"/>
              <a:t>Display the results in the dashboard using charts, summaries, and visualizations to highlight suspicious patterns and trends in the data.</a:t>
            </a:r>
            <a:endParaRPr lang="en-US" sz="4200" dirty="0">
              <a:solidFill>
                <a:srgbClr val="003D7E"/>
              </a:solidFill>
              <a:cs typeface="Times"/>
            </a:endParaRPr>
          </a:p>
        </p:txBody>
      </p:sp>
      <p:grpSp>
        <p:nvGrpSpPr>
          <p:cNvPr id="19" name="Group 18">
            <a:extLst>
              <a:ext uri="{FF2B5EF4-FFF2-40B4-BE49-F238E27FC236}">
                <a16:creationId xmlns:a16="http://schemas.microsoft.com/office/drawing/2014/main" id="{D22498B4-2978-0C98-CA3D-F0DA19346556}"/>
              </a:ext>
            </a:extLst>
          </p:cNvPr>
          <p:cNvGrpSpPr/>
          <p:nvPr/>
        </p:nvGrpSpPr>
        <p:grpSpPr>
          <a:xfrm>
            <a:off x="17954136" y="17403869"/>
            <a:ext cx="6618267" cy="2492838"/>
            <a:chOff x="14846782" y="8910649"/>
            <a:chExt cx="4417220" cy="4233690"/>
          </a:xfrm>
        </p:grpSpPr>
        <p:sp>
          <p:nvSpPr>
            <p:cNvPr id="20" name="Rectangle: Rounded Corners 19">
              <a:extLst>
                <a:ext uri="{FF2B5EF4-FFF2-40B4-BE49-F238E27FC236}">
                  <a16:creationId xmlns:a16="http://schemas.microsoft.com/office/drawing/2014/main" id="{2FFCBE85-579B-15D2-830C-EB11442968F7}"/>
                </a:ext>
              </a:extLst>
            </p:cNvPr>
            <p:cNvSpPr/>
            <p:nvPr/>
          </p:nvSpPr>
          <p:spPr bwMode="auto">
            <a:xfrm>
              <a:off x="14856333" y="8910649"/>
              <a:ext cx="4407669" cy="4133486"/>
            </a:xfrm>
            <a:prstGeom prst="roundRect">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charset="0"/>
                <a:ea typeface="ＭＳ Ｐゴシック" charset="0"/>
              </a:endParaRPr>
            </a:p>
          </p:txBody>
        </p:sp>
        <p:sp>
          <p:nvSpPr>
            <p:cNvPr id="21" name="TextBox 20">
              <a:extLst>
                <a:ext uri="{FF2B5EF4-FFF2-40B4-BE49-F238E27FC236}">
                  <a16:creationId xmlns:a16="http://schemas.microsoft.com/office/drawing/2014/main" id="{E1C47F77-4C71-C5C3-074E-9EA599B41143}"/>
                </a:ext>
              </a:extLst>
            </p:cNvPr>
            <p:cNvSpPr txBox="1"/>
            <p:nvPr/>
          </p:nvSpPr>
          <p:spPr>
            <a:xfrm>
              <a:off x="14846782" y="9458321"/>
              <a:ext cx="4407669" cy="3686018"/>
            </a:xfrm>
            <a:prstGeom prst="rect">
              <a:avLst/>
            </a:prstGeom>
            <a:noFill/>
          </p:spPr>
          <p:txBody>
            <a:bodyPr wrap="square" lIns="91440" tIns="45720" rIns="91440" bIns="45720" rtlCol="0" anchor="t">
              <a:spAutoFit/>
            </a:bodyPr>
            <a:lstStyle/>
            <a:p>
              <a:pPr lvl="1"/>
              <a:r>
                <a:rPr lang="en-US" sz="4200" dirty="0">
                  <a:cs typeface="Times"/>
                </a:rPr>
                <a:t>               User:</a:t>
              </a:r>
            </a:p>
            <a:p>
              <a:pPr lvl="1"/>
              <a:r>
                <a:rPr lang="en-US" sz="4200" dirty="0">
                  <a:cs typeface="Times"/>
                </a:rPr>
                <a:t>Generate transaction data</a:t>
              </a:r>
            </a:p>
            <a:p>
              <a:pPr lvl="1"/>
              <a:r>
                <a:rPr lang="en-US" sz="4200" dirty="0">
                  <a:cs typeface="Times"/>
                </a:rPr>
                <a:t>Or Choose own CSV </a:t>
              </a:r>
            </a:p>
            <a:p>
              <a:pPr lvl="1"/>
              <a:r>
                <a:rPr lang="en-US" sz="4200" dirty="0">
                  <a:cs typeface="Times"/>
                </a:rPr>
                <a:t>          </a:t>
              </a:r>
            </a:p>
          </p:txBody>
        </p:sp>
      </p:grpSp>
      <p:sp>
        <p:nvSpPr>
          <p:cNvPr id="4" name="TextBox 3">
            <a:extLst>
              <a:ext uri="{FF2B5EF4-FFF2-40B4-BE49-F238E27FC236}">
                <a16:creationId xmlns:a16="http://schemas.microsoft.com/office/drawing/2014/main" id="{606BF6E8-F9E6-4C8F-DF0B-625B0996D567}"/>
              </a:ext>
            </a:extLst>
          </p:cNvPr>
          <p:cNvSpPr txBox="1"/>
          <p:nvPr/>
        </p:nvSpPr>
        <p:spPr>
          <a:xfrm>
            <a:off x="2205928" y="16621491"/>
            <a:ext cx="9894313" cy="1354216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571500" indent="-571500">
              <a:buFont typeface="Arial"/>
              <a:buChar char="•"/>
            </a:pPr>
            <a:r>
              <a:rPr lang="en-US" sz="4400" b="1" dirty="0"/>
              <a:t>Python:</a:t>
            </a:r>
            <a:r>
              <a:rPr lang="en-US" sz="4400" dirty="0"/>
              <a:t> Used for data analysis, machine learning, and building the fraud detection model.</a:t>
            </a:r>
          </a:p>
          <a:p>
            <a:pPr marL="571500" indent="-571500">
              <a:buFont typeface="Arial"/>
              <a:buChar char="•"/>
            </a:pPr>
            <a:endParaRPr lang="en-US" sz="4200" dirty="0">
              <a:solidFill>
                <a:srgbClr val="003D7E"/>
              </a:solidFill>
              <a:latin typeface="Times"/>
              <a:ea typeface="MS PGothic"/>
              <a:cs typeface="Times"/>
            </a:endParaRPr>
          </a:p>
          <a:p>
            <a:pPr marL="571500" indent="-571500">
              <a:buFont typeface="Arial"/>
              <a:buChar char="•"/>
            </a:pPr>
            <a:r>
              <a:rPr lang="en-US" sz="4400" b="1" dirty="0"/>
              <a:t>Java:</a:t>
            </a:r>
            <a:r>
              <a:rPr lang="en-US" sz="4400" dirty="0"/>
              <a:t> Used for generating synthetic transaction data and handling initial data creation and ingestion processes.</a:t>
            </a:r>
          </a:p>
          <a:p>
            <a:pPr marL="571500" indent="-571500">
              <a:buFont typeface="Arial"/>
              <a:buChar char="•"/>
            </a:pPr>
            <a:endParaRPr lang="en-US" sz="4200" dirty="0">
              <a:solidFill>
                <a:srgbClr val="003D7E"/>
              </a:solidFill>
              <a:latin typeface="Times"/>
              <a:ea typeface="MS PGothic"/>
              <a:cs typeface="Times"/>
            </a:endParaRPr>
          </a:p>
          <a:p>
            <a:pPr marL="571500" indent="-571500">
              <a:buFont typeface="Arial"/>
              <a:buChar char="•"/>
            </a:pPr>
            <a:r>
              <a:rPr lang="en-US" sz="4400" b="1" dirty="0" err="1"/>
              <a:t>FastAPI</a:t>
            </a:r>
            <a:r>
              <a:rPr lang="en-US" sz="4400" b="1" dirty="0"/>
              <a:t>(Python):</a:t>
            </a:r>
            <a:r>
              <a:rPr lang="en-US" sz="4400" dirty="0"/>
              <a:t> Used to build the backend REST API for processing data and returning fraud predictions.</a:t>
            </a:r>
          </a:p>
          <a:p>
            <a:endParaRPr lang="en-US" sz="4400" dirty="0"/>
          </a:p>
          <a:p>
            <a:pPr marL="571500" indent="-571500">
              <a:buFont typeface="Arial"/>
              <a:buChar char="•"/>
            </a:pPr>
            <a:r>
              <a:rPr lang="en-US" sz="4400" b="1" dirty="0"/>
              <a:t>React:</a:t>
            </a:r>
            <a:r>
              <a:rPr lang="en-US" sz="4400" dirty="0"/>
              <a:t> Used to develop the interactive dashboard for uploading data and visualizing fraud detection results, and the system diagram</a:t>
            </a:r>
            <a:endParaRPr lang="en-US" sz="4200" dirty="0">
              <a:solidFill>
                <a:srgbClr val="003D7E"/>
              </a:solidFill>
              <a:cs typeface="Times"/>
            </a:endParaRPr>
          </a:p>
          <a:p>
            <a:endParaRPr lang="en-US" sz="4200" dirty="0">
              <a:solidFill>
                <a:srgbClr val="003D7E"/>
              </a:solidFill>
              <a:cs typeface="Times"/>
            </a:endParaRPr>
          </a:p>
          <a:p>
            <a:pPr marL="571500" indent="-571500">
              <a:buFont typeface="Arial"/>
              <a:buChar char="•"/>
            </a:pPr>
            <a:r>
              <a:rPr lang="en-US" sz="4400" b="1" dirty="0"/>
              <a:t>Machine Learning (scikit-learn):</a:t>
            </a:r>
            <a:r>
              <a:rPr lang="en-US" sz="4400" dirty="0"/>
              <a:t> Used to train a model that predicts fraudulent transactions.</a:t>
            </a:r>
            <a:endParaRPr lang="en-US" sz="4200" dirty="0">
              <a:solidFill>
                <a:srgbClr val="003D7E"/>
              </a:solidFill>
              <a:cs typeface="Times"/>
            </a:endParaRPr>
          </a:p>
        </p:txBody>
      </p:sp>
      <p:sp>
        <p:nvSpPr>
          <p:cNvPr id="7" name="TextBox 6">
            <a:extLst>
              <a:ext uri="{FF2B5EF4-FFF2-40B4-BE49-F238E27FC236}">
                <a16:creationId xmlns:a16="http://schemas.microsoft.com/office/drawing/2014/main" id="{92F599DC-7998-73F4-86C5-30333678C7F4}"/>
              </a:ext>
            </a:extLst>
          </p:cNvPr>
          <p:cNvSpPr txBox="1"/>
          <p:nvPr/>
        </p:nvSpPr>
        <p:spPr>
          <a:xfrm>
            <a:off x="25924921" y="20702492"/>
            <a:ext cx="10273950" cy="889474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400" dirty="0"/>
              <a:t>In the future, the system can be improved by increasing the accuracy of the fraud detection model through better feature engineering, larger datasets, and more advanced machine learning algorithms.</a:t>
            </a:r>
          </a:p>
          <a:p>
            <a:endParaRPr lang="en-US" sz="4400" dirty="0"/>
          </a:p>
          <a:p>
            <a:r>
              <a:rPr lang="en-US" sz="4400" dirty="0"/>
              <a:t>The project can also be expanded beyond credit card transactions to include other financial activities such as online transfers, digital wallets, and peer-to-peer payments. We can also improve the dashboard and data generation process to make the system more realistic and user-friendly.</a:t>
            </a:r>
          </a:p>
        </p:txBody>
      </p:sp>
      <p:grpSp>
        <p:nvGrpSpPr>
          <p:cNvPr id="14" name="Group 13">
            <a:extLst>
              <a:ext uri="{FF2B5EF4-FFF2-40B4-BE49-F238E27FC236}">
                <a16:creationId xmlns:a16="http://schemas.microsoft.com/office/drawing/2014/main" id="{7E578200-9455-27F5-BFDE-79956A246309}"/>
              </a:ext>
            </a:extLst>
          </p:cNvPr>
          <p:cNvGrpSpPr/>
          <p:nvPr/>
        </p:nvGrpSpPr>
        <p:grpSpPr>
          <a:xfrm>
            <a:off x="13845512" y="20293331"/>
            <a:ext cx="5289889" cy="2298347"/>
            <a:chOff x="14846782" y="8910649"/>
            <a:chExt cx="4417220" cy="4714001"/>
          </a:xfrm>
        </p:grpSpPr>
        <p:sp>
          <p:nvSpPr>
            <p:cNvPr id="16" name="Rectangle: Rounded Corners 15">
              <a:extLst>
                <a:ext uri="{FF2B5EF4-FFF2-40B4-BE49-F238E27FC236}">
                  <a16:creationId xmlns:a16="http://schemas.microsoft.com/office/drawing/2014/main" id="{4EA99EB4-0266-0E6F-5740-9B29E9A421F2}"/>
                </a:ext>
              </a:extLst>
            </p:cNvPr>
            <p:cNvSpPr/>
            <p:nvPr/>
          </p:nvSpPr>
          <p:spPr bwMode="auto">
            <a:xfrm>
              <a:off x="14856333" y="8910649"/>
              <a:ext cx="4407669" cy="4133486"/>
            </a:xfrm>
            <a:prstGeom prst="roundRect">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Times" charset="0"/>
                <a:ea typeface="ＭＳ Ｐゴシック" charset="0"/>
              </a:endParaRPr>
            </a:p>
          </p:txBody>
        </p:sp>
        <p:sp>
          <p:nvSpPr>
            <p:cNvPr id="23" name="TextBox 22">
              <a:extLst>
                <a:ext uri="{FF2B5EF4-FFF2-40B4-BE49-F238E27FC236}">
                  <a16:creationId xmlns:a16="http://schemas.microsoft.com/office/drawing/2014/main" id="{C2354B38-BBCA-7EBA-1301-F20F4796554E}"/>
                </a:ext>
              </a:extLst>
            </p:cNvPr>
            <p:cNvSpPr txBox="1"/>
            <p:nvPr/>
          </p:nvSpPr>
          <p:spPr>
            <a:xfrm>
              <a:off x="14846782" y="9458322"/>
              <a:ext cx="4407669" cy="4166328"/>
            </a:xfrm>
            <a:prstGeom prst="rect">
              <a:avLst/>
            </a:prstGeom>
            <a:noFill/>
          </p:spPr>
          <p:txBody>
            <a:bodyPr wrap="square" lIns="91440" tIns="45720" rIns="91440" bIns="45720" rtlCol="0" anchor="t">
              <a:spAutoFit/>
            </a:bodyPr>
            <a:lstStyle/>
            <a:p>
              <a:pPr lvl="1"/>
              <a:r>
                <a:rPr lang="en-US" sz="4200" dirty="0">
                  <a:cs typeface="Times"/>
                </a:rPr>
                <a:t>Upload to Dashboard/Frontend</a:t>
              </a:r>
            </a:p>
            <a:p>
              <a:pPr lvl="1"/>
              <a:endParaRPr lang="en-US" sz="4200" dirty="0">
                <a:cs typeface="Times"/>
              </a:endParaRPr>
            </a:p>
          </p:txBody>
        </p:sp>
      </p:grpSp>
      <p:grpSp>
        <p:nvGrpSpPr>
          <p:cNvPr id="24" name="Group 23">
            <a:extLst>
              <a:ext uri="{FF2B5EF4-FFF2-40B4-BE49-F238E27FC236}">
                <a16:creationId xmlns:a16="http://schemas.microsoft.com/office/drawing/2014/main" id="{2F9EB539-8530-57F5-BA10-F340B1B52AC0}"/>
              </a:ext>
            </a:extLst>
          </p:cNvPr>
          <p:cNvGrpSpPr/>
          <p:nvPr/>
        </p:nvGrpSpPr>
        <p:grpSpPr>
          <a:xfrm>
            <a:off x="19427609" y="20902240"/>
            <a:ext cx="5289889" cy="4790834"/>
            <a:chOff x="14846782" y="8910649"/>
            <a:chExt cx="4417220" cy="7365302"/>
          </a:xfrm>
        </p:grpSpPr>
        <p:sp>
          <p:nvSpPr>
            <p:cNvPr id="25" name="Rectangle: Rounded Corners 24">
              <a:extLst>
                <a:ext uri="{FF2B5EF4-FFF2-40B4-BE49-F238E27FC236}">
                  <a16:creationId xmlns:a16="http://schemas.microsoft.com/office/drawing/2014/main" id="{069458AD-A234-33F0-92F7-C009F0A075EB}"/>
                </a:ext>
              </a:extLst>
            </p:cNvPr>
            <p:cNvSpPr/>
            <p:nvPr/>
          </p:nvSpPr>
          <p:spPr bwMode="auto">
            <a:xfrm>
              <a:off x="14856333" y="8910649"/>
              <a:ext cx="4407669" cy="4133486"/>
            </a:xfrm>
            <a:prstGeom prst="roundRect">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Times" charset="0"/>
                <a:ea typeface="ＭＳ Ｐゴシック" charset="0"/>
              </a:endParaRPr>
            </a:p>
          </p:txBody>
        </p:sp>
        <p:sp>
          <p:nvSpPr>
            <p:cNvPr id="26" name="TextBox 25">
              <a:extLst>
                <a:ext uri="{FF2B5EF4-FFF2-40B4-BE49-F238E27FC236}">
                  <a16:creationId xmlns:a16="http://schemas.microsoft.com/office/drawing/2014/main" id="{1E506A73-8DD6-ECE5-85BD-1C5B0A658720}"/>
                </a:ext>
              </a:extLst>
            </p:cNvPr>
            <p:cNvSpPr txBox="1"/>
            <p:nvPr/>
          </p:nvSpPr>
          <p:spPr>
            <a:xfrm>
              <a:off x="14846782" y="9458322"/>
              <a:ext cx="4407669" cy="6817629"/>
            </a:xfrm>
            <a:prstGeom prst="rect">
              <a:avLst/>
            </a:prstGeom>
            <a:noFill/>
          </p:spPr>
          <p:txBody>
            <a:bodyPr wrap="square" lIns="91440" tIns="45720" rIns="91440" bIns="45720" rtlCol="0" anchor="t">
              <a:spAutoFit/>
            </a:bodyPr>
            <a:lstStyle/>
            <a:p>
              <a:pPr lvl="1"/>
              <a:r>
                <a:rPr lang="en-US" sz="4200" dirty="0">
                  <a:cs typeface="Times"/>
                </a:rPr>
                <a:t>API Layer:</a:t>
              </a:r>
            </a:p>
            <a:p>
              <a:pPr lvl="1"/>
              <a:r>
                <a:rPr lang="en-US" sz="4200" dirty="0">
                  <a:cs typeface="Times"/>
                </a:rPr>
                <a:t>Connects Dashboard to detection model</a:t>
              </a:r>
            </a:p>
            <a:p>
              <a:pPr lvl="1"/>
              <a:endParaRPr lang="en-US" sz="4200" dirty="0">
                <a:cs typeface="Times"/>
              </a:endParaRPr>
            </a:p>
            <a:p>
              <a:pPr lvl="1"/>
              <a:endParaRPr lang="en-US" sz="4200" dirty="0">
                <a:cs typeface="Times"/>
              </a:endParaRPr>
            </a:p>
          </p:txBody>
        </p:sp>
      </p:grpSp>
      <p:grpSp>
        <p:nvGrpSpPr>
          <p:cNvPr id="27" name="Group 26">
            <a:extLst>
              <a:ext uri="{FF2B5EF4-FFF2-40B4-BE49-F238E27FC236}">
                <a16:creationId xmlns:a16="http://schemas.microsoft.com/office/drawing/2014/main" id="{64B6731A-E839-A7B8-B29E-3EDB08EFE7D3}"/>
              </a:ext>
            </a:extLst>
          </p:cNvPr>
          <p:cNvGrpSpPr/>
          <p:nvPr/>
        </p:nvGrpSpPr>
        <p:grpSpPr>
          <a:xfrm>
            <a:off x="13593359" y="23918971"/>
            <a:ext cx="6603957" cy="4326557"/>
            <a:chOff x="14846782" y="8910649"/>
            <a:chExt cx="4417220" cy="6651534"/>
          </a:xfrm>
        </p:grpSpPr>
        <p:sp>
          <p:nvSpPr>
            <p:cNvPr id="28" name="Rectangle: Rounded Corners 27">
              <a:extLst>
                <a:ext uri="{FF2B5EF4-FFF2-40B4-BE49-F238E27FC236}">
                  <a16:creationId xmlns:a16="http://schemas.microsoft.com/office/drawing/2014/main" id="{2F81E1A2-AB62-D0C7-55EA-301273576399}"/>
                </a:ext>
              </a:extLst>
            </p:cNvPr>
            <p:cNvSpPr/>
            <p:nvPr/>
          </p:nvSpPr>
          <p:spPr bwMode="auto">
            <a:xfrm>
              <a:off x="14856333" y="8910649"/>
              <a:ext cx="4407669" cy="4133486"/>
            </a:xfrm>
            <a:prstGeom prst="roundRect">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Times" charset="0"/>
                <a:ea typeface="ＭＳ Ｐゴシック" charset="0"/>
              </a:endParaRPr>
            </a:p>
          </p:txBody>
        </p:sp>
        <p:sp>
          <p:nvSpPr>
            <p:cNvPr id="29" name="TextBox 28">
              <a:extLst>
                <a:ext uri="{FF2B5EF4-FFF2-40B4-BE49-F238E27FC236}">
                  <a16:creationId xmlns:a16="http://schemas.microsoft.com/office/drawing/2014/main" id="{39B3F01B-F26B-A85C-216A-7E7DF49839F4}"/>
                </a:ext>
              </a:extLst>
            </p:cNvPr>
            <p:cNvSpPr txBox="1"/>
            <p:nvPr/>
          </p:nvSpPr>
          <p:spPr>
            <a:xfrm>
              <a:off x="14846782" y="9458321"/>
              <a:ext cx="4407669" cy="6103862"/>
            </a:xfrm>
            <a:prstGeom prst="rect">
              <a:avLst/>
            </a:prstGeom>
            <a:noFill/>
          </p:spPr>
          <p:txBody>
            <a:bodyPr wrap="square" lIns="91440" tIns="45720" rIns="91440" bIns="45720" rtlCol="0" anchor="t">
              <a:spAutoFit/>
            </a:bodyPr>
            <a:lstStyle/>
            <a:p>
              <a:pPr lvl="1"/>
              <a:r>
                <a:rPr lang="en-US" sz="4200" dirty="0">
                  <a:cs typeface="Times"/>
                </a:rPr>
                <a:t>ML Fraud Detection Model</a:t>
              </a:r>
            </a:p>
            <a:p>
              <a:pPr lvl="1"/>
              <a:r>
                <a:rPr lang="en-US" sz="4200" dirty="0">
                  <a:cs typeface="Times"/>
                </a:rPr>
                <a:t>Predicts Fraudulent Transactions</a:t>
              </a:r>
            </a:p>
            <a:p>
              <a:pPr lvl="1"/>
              <a:endParaRPr lang="en-US" sz="4200" dirty="0">
                <a:cs typeface="Times"/>
              </a:endParaRPr>
            </a:p>
            <a:p>
              <a:pPr lvl="1"/>
              <a:endParaRPr lang="en-US" sz="4200" dirty="0">
                <a:cs typeface="Times"/>
              </a:endParaRPr>
            </a:p>
          </p:txBody>
        </p:sp>
      </p:grpSp>
      <p:grpSp>
        <p:nvGrpSpPr>
          <p:cNvPr id="30" name="Group 29">
            <a:extLst>
              <a:ext uri="{FF2B5EF4-FFF2-40B4-BE49-F238E27FC236}">
                <a16:creationId xmlns:a16="http://schemas.microsoft.com/office/drawing/2014/main" id="{A45EBC4F-CFD6-4F54-2704-BE02FA156557}"/>
              </a:ext>
            </a:extLst>
          </p:cNvPr>
          <p:cNvGrpSpPr/>
          <p:nvPr/>
        </p:nvGrpSpPr>
        <p:grpSpPr>
          <a:xfrm>
            <a:off x="17996973" y="27039984"/>
            <a:ext cx="6589678" cy="2688667"/>
            <a:chOff x="14846782" y="8910649"/>
            <a:chExt cx="4417220" cy="4133486"/>
          </a:xfrm>
        </p:grpSpPr>
        <p:sp>
          <p:nvSpPr>
            <p:cNvPr id="31" name="Rectangle: Rounded Corners 30">
              <a:extLst>
                <a:ext uri="{FF2B5EF4-FFF2-40B4-BE49-F238E27FC236}">
                  <a16:creationId xmlns:a16="http://schemas.microsoft.com/office/drawing/2014/main" id="{AF705F45-C90A-45BD-1A03-A7EE2A26507A}"/>
                </a:ext>
              </a:extLst>
            </p:cNvPr>
            <p:cNvSpPr/>
            <p:nvPr/>
          </p:nvSpPr>
          <p:spPr bwMode="auto">
            <a:xfrm>
              <a:off x="14856333" y="8910649"/>
              <a:ext cx="4407669" cy="4133486"/>
            </a:xfrm>
            <a:prstGeom prst="roundRect">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Times" charset="0"/>
                <a:ea typeface="ＭＳ Ｐゴシック" charset="0"/>
              </a:endParaRPr>
            </a:p>
          </p:txBody>
        </p:sp>
        <p:sp>
          <p:nvSpPr>
            <p:cNvPr id="32" name="TextBox 31">
              <a:extLst>
                <a:ext uri="{FF2B5EF4-FFF2-40B4-BE49-F238E27FC236}">
                  <a16:creationId xmlns:a16="http://schemas.microsoft.com/office/drawing/2014/main" id="{7E56FEB5-FD55-6369-E45B-4B950354A646}"/>
                </a:ext>
              </a:extLst>
            </p:cNvPr>
            <p:cNvSpPr txBox="1"/>
            <p:nvPr/>
          </p:nvSpPr>
          <p:spPr>
            <a:xfrm>
              <a:off x="14846782" y="9458321"/>
              <a:ext cx="4407669" cy="3122906"/>
            </a:xfrm>
            <a:prstGeom prst="rect">
              <a:avLst/>
            </a:prstGeom>
            <a:noFill/>
          </p:spPr>
          <p:txBody>
            <a:bodyPr wrap="square" lIns="91440" tIns="45720" rIns="91440" bIns="45720" rtlCol="0" anchor="t">
              <a:spAutoFit/>
            </a:bodyPr>
            <a:lstStyle/>
            <a:p>
              <a:pPr lvl="1"/>
              <a:r>
                <a:rPr lang="en-US" sz="4200" dirty="0">
                  <a:cs typeface="Times"/>
                </a:rPr>
                <a:t>Results Visualization:</a:t>
              </a:r>
            </a:p>
            <a:p>
              <a:pPr lvl="1"/>
              <a:r>
                <a:rPr lang="en-US" sz="4200" dirty="0">
                  <a:cs typeface="Times"/>
                </a:rPr>
                <a:t>Predicted fraud results displayed in dashboard</a:t>
              </a:r>
            </a:p>
          </p:txBody>
        </p:sp>
      </p:grpSp>
      <p:sp>
        <p:nvSpPr>
          <p:cNvPr id="33" name="Rectangle 15">
            <a:extLst>
              <a:ext uri="{FF2B5EF4-FFF2-40B4-BE49-F238E27FC236}">
                <a16:creationId xmlns:a16="http://schemas.microsoft.com/office/drawing/2014/main" id="{13FBE089-50D5-1AAC-0A27-B87A5CC2B268}"/>
              </a:ext>
            </a:extLst>
          </p:cNvPr>
          <p:cNvSpPr>
            <a:spLocks noChangeArrowheads="1"/>
          </p:cNvSpPr>
          <p:nvPr/>
        </p:nvSpPr>
        <p:spPr bwMode="auto">
          <a:xfrm>
            <a:off x="13373753" y="3713402"/>
            <a:ext cx="11600313" cy="11631346"/>
          </a:xfrm>
          <a:prstGeom prst="rect">
            <a:avLst/>
          </a:prstGeom>
          <a:noFill/>
          <a:ln w="381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defRPr/>
            </a:pPr>
            <a:endParaRPr lang="en-US">
              <a:solidFill>
                <a:srgbClr val="003D7E"/>
              </a:solidFill>
              <a:latin typeface="Times" charset="0"/>
              <a:ea typeface="ＭＳ Ｐゴシック" charset="0"/>
            </a:endParaRPr>
          </a:p>
        </p:txBody>
      </p:sp>
      <p:sp>
        <p:nvSpPr>
          <p:cNvPr id="35" name="TextBox 34">
            <a:extLst>
              <a:ext uri="{FF2B5EF4-FFF2-40B4-BE49-F238E27FC236}">
                <a16:creationId xmlns:a16="http://schemas.microsoft.com/office/drawing/2014/main" id="{8C1F64B4-6C65-5209-2AD4-08FC23088CB6}"/>
              </a:ext>
            </a:extLst>
          </p:cNvPr>
          <p:cNvSpPr txBox="1"/>
          <p:nvPr/>
        </p:nvSpPr>
        <p:spPr>
          <a:xfrm>
            <a:off x="13649852" y="3879562"/>
            <a:ext cx="19202400" cy="2169825"/>
          </a:xfrm>
          <a:prstGeom prst="rect">
            <a:avLst/>
          </a:prstGeom>
          <a:noFill/>
        </p:spPr>
        <p:txBody>
          <a:bodyPr wrap="square">
            <a:spAutoFit/>
          </a:bodyPr>
          <a:lstStyle/>
          <a:p>
            <a:pPr>
              <a:spcBef>
                <a:spcPct val="50000"/>
              </a:spcBef>
              <a:defRPr/>
            </a:pPr>
            <a:r>
              <a:rPr lang="en-US" sz="5400" b="1" dirty="0">
                <a:solidFill>
                  <a:srgbClr val="F58426"/>
                </a:solidFill>
                <a:latin typeface="Times" charset="0"/>
                <a:ea typeface="ＭＳ Ｐゴシック" charset="0"/>
              </a:rPr>
              <a:t>Project Accomplishments:</a:t>
            </a:r>
          </a:p>
          <a:p>
            <a:pPr>
              <a:spcBef>
                <a:spcPct val="50000"/>
              </a:spcBef>
              <a:defRPr/>
            </a:pPr>
            <a:endParaRPr lang="en-US" sz="5400" dirty="0">
              <a:solidFill>
                <a:srgbClr val="F58426"/>
              </a:solidFill>
              <a:latin typeface="Times" charset="0"/>
              <a:ea typeface="ＭＳ Ｐゴシック" charset="0"/>
            </a:endParaRPr>
          </a:p>
        </p:txBody>
      </p:sp>
      <p:sp>
        <p:nvSpPr>
          <p:cNvPr id="36" name="TextBox 35">
            <a:extLst>
              <a:ext uri="{FF2B5EF4-FFF2-40B4-BE49-F238E27FC236}">
                <a16:creationId xmlns:a16="http://schemas.microsoft.com/office/drawing/2014/main" id="{D775ABCD-EC11-EF57-A835-4395D2E0F934}"/>
              </a:ext>
            </a:extLst>
          </p:cNvPr>
          <p:cNvSpPr txBox="1"/>
          <p:nvPr/>
        </p:nvSpPr>
        <p:spPr>
          <a:xfrm>
            <a:off x="13546001" y="4691761"/>
            <a:ext cx="10341625" cy="1080295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571500" indent="-571500">
              <a:buFont typeface="Arial"/>
              <a:buChar char="•"/>
            </a:pPr>
            <a:r>
              <a:rPr lang="en-US" sz="4400" dirty="0"/>
              <a:t>Built a synthetic data generator that creates realistic credit card transaction data</a:t>
            </a:r>
          </a:p>
          <a:p>
            <a:pPr marL="571500" indent="-571500">
              <a:buFont typeface="Arial"/>
              <a:buChar char="•"/>
            </a:pPr>
            <a:endParaRPr lang="en-US" sz="4200" dirty="0">
              <a:solidFill>
                <a:srgbClr val="003D7E"/>
              </a:solidFill>
              <a:latin typeface="Times"/>
              <a:ea typeface="MS PGothic"/>
              <a:cs typeface="Times"/>
            </a:endParaRPr>
          </a:p>
          <a:p>
            <a:pPr marL="571500" indent="-571500">
              <a:buFont typeface="Arial"/>
              <a:buChar char="•"/>
            </a:pPr>
            <a:r>
              <a:rPr lang="en-US" sz="4400" dirty="0"/>
              <a:t>Developed a machine learning model that predicts potentially fraudulent transactions</a:t>
            </a:r>
          </a:p>
          <a:p>
            <a:pPr marL="571500" indent="-571500">
              <a:buFont typeface="Arial"/>
              <a:buChar char="•"/>
            </a:pPr>
            <a:endParaRPr lang="en-US" sz="4200" dirty="0">
              <a:solidFill>
                <a:srgbClr val="003D7E"/>
              </a:solidFill>
              <a:latin typeface="Times"/>
              <a:ea typeface="MS PGothic"/>
              <a:cs typeface="Times"/>
            </a:endParaRPr>
          </a:p>
          <a:p>
            <a:pPr marL="571500" indent="-571500">
              <a:buFont typeface="Arial"/>
              <a:buChar char="•"/>
            </a:pPr>
            <a:r>
              <a:rPr lang="en-US" sz="4400" dirty="0"/>
              <a:t>Created a full data processing pipeline to clean and analyze transaction data</a:t>
            </a:r>
          </a:p>
          <a:p>
            <a:pPr marL="571500" indent="-571500">
              <a:buFont typeface="Arial"/>
              <a:buChar char="•"/>
            </a:pPr>
            <a:endParaRPr lang="en-US" sz="4200" dirty="0">
              <a:solidFill>
                <a:srgbClr val="003D7E"/>
              </a:solidFill>
              <a:cs typeface="Times"/>
            </a:endParaRPr>
          </a:p>
          <a:p>
            <a:pPr marL="571500" indent="-571500">
              <a:buFont typeface="Arial"/>
              <a:buChar char="•"/>
            </a:pPr>
            <a:r>
              <a:rPr lang="en-US" sz="4400" dirty="0"/>
              <a:t>Designed a backend API to handle data input and return fraud predictions</a:t>
            </a:r>
          </a:p>
          <a:p>
            <a:pPr marL="571500" indent="-571500">
              <a:buFont typeface="Arial"/>
              <a:buChar char="•"/>
            </a:pPr>
            <a:endParaRPr lang="en-US" sz="4200" dirty="0">
              <a:solidFill>
                <a:srgbClr val="003D7E"/>
              </a:solidFill>
              <a:cs typeface="Times"/>
            </a:endParaRPr>
          </a:p>
          <a:p>
            <a:pPr marL="571500" indent="-571500">
              <a:buFont typeface="Arial"/>
              <a:buChar char="•"/>
            </a:pPr>
            <a:r>
              <a:rPr lang="en-US" sz="4400" dirty="0"/>
              <a:t>Built an interactive dashboard that visualizes results in a clear, informative, user-friendly way</a:t>
            </a:r>
            <a:endParaRPr lang="en-US" sz="4200" dirty="0">
              <a:solidFill>
                <a:srgbClr val="003D7E"/>
              </a:solidFill>
              <a:cs typeface="Times"/>
            </a:endParaRPr>
          </a:p>
        </p:txBody>
      </p:sp>
    </p:spTree>
    <p:extLst>
      <p:ext uri="{BB962C8B-B14F-4D97-AF65-F5344CB8AC3E}">
        <p14:creationId xmlns:p14="http://schemas.microsoft.com/office/powerpoint/2010/main" val="950018446"/>
      </p:ext>
    </p:extLst>
  </p:cSld>
  <p:clrMapOvr>
    <a:masterClrMapping/>
  </p:clrMapOvr>
</p:sld>
</file>

<file path=ppt/theme/theme1.xml><?xml version="1.0" encoding="utf-8"?>
<a:theme xmlns:a="http://schemas.openxmlformats.org/drawingml/2006/main" name="Blank Presentation">
  <a:themeElements>
    <a:clrScheme name="Blank Pre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Blank Presentation">
      <a:majorFont>
        <a:latin typeface="Times"/>
        <a:ea typeface="ＭＳ Ｐゴシック"/>
        <a:cs typeface=""/>
      </a:majorFont>
      <a:minorFont>
        <a:latin typeface="Times"/>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imes" charset="0"/>
            <a:ea typeface="ＭＳ Ｐゴシック"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imes" charset="0"/>
            <a:ea typeface="ＭＳ Ｐゴシック" charset="0"/>
          </a:defRPr>
        </a:defPPr>
      </a:lstStyle>
    </a:lnDef>
  </a:objectDefaults>
  <a:extraClrSchemeLst>
    <a:extraClrScheme>
      <a:clrScheme name="Blank Pre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Blank Pre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Blank Pre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Blank Pre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Blank Pre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Blank Pre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Blank Pre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Blank Pre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Blank Pre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177647615FEDB459109097026EC6285" ma:contentTypeVersion="9" ma:contentTypeDescription="Create a new document." ma:contentTypeScope="" ma:versionID="0e812505de93de0a6931ab89f71b2d34">
  <xsd:schema xmlns:xsd="http://www.w3.org/2001/XMLSchema" xmlns:xs="http://www.w3.org/2001/XMLSchema" xmlns:p="http://schemas.microsoft.com/office/2006/metadata/properties" xmlns:ns2="0629ad77-91cb-41d2-9af5-65b9610f30e7" xmlns:ns3="5539b973-2d41-43c1-9bb3-8188283ed674" targetNamespace="http://schemas.microsoft.com/office/2006/metadata/properties" ma:root="true" ma:fieldsID="6cd5a9bb2d506b3c5edb1996750e9502" ns2:_="" ns3:_="">
    <xsd:import namespace="0629ad77-91cb-41d2-9af5-65b9610f30e7"/>
    <xsd:import namespace="5539b973-2d41-43c1-9bb3-8188283ed674"/>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ObjectDetectorVersions"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629ad77-91cb-41d2-9af5-65b9610f30e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2c961168-1882-404d-b78f-614f2ba8476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539b973-2d41-43c1-9bb3-8188283ed674"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30ac6da1-26cb-4b01-9d1f-baa659ed07c4}" ma:internalName="TaxCatchAll" ma:showField="CatchAllData" ma:web="5539b973-2d41-43c1-9bb3-8188283ed67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5539b973-2d41-43c1-9bb3-8188283ed674" xsi:nil="true"/>
    <lcf76f155ced4ddcb4097134ff3c332f xmlns="0629ad77-91cb-41d2-9af5-65b9610f30e7">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10FF5450-53B2-4B4D-A425-BFED8866581A}">
  <ds:schemaRefs>
    <ds:schemaRef ds:uri="http://schemas.microsoft.com/sharepoint/v3/contenttype/forms"/>
  </ds:schemaRefs>
</ds:datastoreItem>
</file>

<file path=customXml/itemProps2.xml><?xml version="1.0" encoding="utf-8"?>
<ds:datastoreItem xmlns:ds="http://schemas.openxmlformats.org/officeDocument/2006/customXml" ds:itemID="{83B6B934-B0E8-4FD1-8576-DE553748CDA8}">
  <ds:schemaRefs>
    <ds:schemaRef ds:uri="0629ad77-91cb-41d2-9af5-65b9610f30e7"/>
    <ds:schemaRef ds:uri="5539b973-2d41-43c1-9bb3-8188283ed67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6A46863-FF25-4FA1-B2DE-24E5A948D8E8}">
  <ds:schemaRefs>
    <ds:schemaRef ds:uri="0629ad77-91cb-41d2-9af5-65b9610f30e7"/>
    <ds:schemaRef ds:uri="5539b973-2d41-43c1-9bb3-8188283ed674"/>
    <ds:schemaRef ds:uri="b66ed98e-d26e-4cbc-a2b0-bddfeb6f0a79"/>
    <ds:schemaRef ds:uri="bed300c7-e8ea-4794-8f8f-e9031014235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146</TotalTime>
  <Words>472</Words>
  <Application>Microsoft Office PowerPoint</Application>
  <PresentationFormat>Custom</PresentationFormat>
  <Paragraphs>52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vt:lpstr>
      <vt:lpstr>Blank Presentation</vt:lpstr>
      <vt:lpstr>PowerPoint Presentation</vt:lpstr>
    </vt:vector>
  </TitlesOfParts>
  <Company>SUNY New Paltz</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Maureen Morrow;Corwin Senko</dc:creator>
  <cp:lastModifiedBy>John Cavanaugh</cp:lastModifiedBy>
  <cp:revision>446</cp:revision>
  <cp:lastPrinted>2009-10-09T21:04:43Z</cp:lastPrinted>
  <dcterms:created xsi:type="dcterms:W3CDTF">2009-10-09T20:39:55Z</dcterms:created>
  <dcterms:modified xsi:type="dcterms:W3CDTF">2026-04-21T21:57:21Z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0x0101003177647615FEDB459109097026EC6285</vt:lpwstr>
  </property>
</Properties>
</file>