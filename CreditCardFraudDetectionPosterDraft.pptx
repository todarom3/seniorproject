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"/>
  </p:notesMasterIdLst>
  <p:sldIdLst>
    <p:sldId id="276" r:id="rId5"/>
  </p:sldIdLst>
  <p:sldSz cx="38404800" cy="310896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92">
          <p15:clr>
            <a:srgbClr val="A4A3A4"/>
          </p15:clr>
        </p15:guide>
        <p15:guide id="2" pos="12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D7E"/>
    <a:srgbClr val="00A5D9"/>
    <a:srgbClr val="F58426"/>
    <a:srgbClr val="80A1B6"/>
    <a:srgbClr val="003E7E"/>
    <a:srgbClr val="FDB924"/>
    <a:srgbClr val="E7E1D5"/>
    <a:srgbClr val="F6F1CD"/>
    <a:srgbClr val="C2D1D4"/>
    <a:srgbClr val="E561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CBC35D-1399-D94B-B89C-69E94A51EC56}" v="4" dt="2024-11-04T22:25:25.263"/>
    <p1510:client id="{F86CCA52-D7E5-44E8-B21B-82F20E124B9C}" v="391" dt="2024-11-05T13:30:47.2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" d="100"/>
          <a:sy n="18" d="100"/>
        </p:scale>
        <p:origin x="1842" y="102"/>
      </p:cViewPr>
      <p:guideLst>
        <p:guide orient="horz" pos="9792"/>
        <p:guide pos="12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ley Suchy" userId="84fe8df9-75e9-4cba-87ac-9a635606ae90" providerId="ADAL" clId="{F86CCA52-D7E5-44E8-B21B-82F20E124B9C}"/>
    <pc:docChg chg="undo custSel addSld modSld">
      <pc:chgData name="Ashley Suchy" userId="84fe8df9-75e9-4cba-87ac-9a635606ae90" providerId="ADAL" clId="{F86CCA52-D7E5-44E8-B21B-82F20E124B9C}" dt="2024-11-05T13:37:39.349" v="2416" actId="20577"/>
      <pc:docMkLst>
        <pc:docMk/>
      </pc:docMkLst>
      <pc:sldChg chg="delSp modSp mod">
        <pc:chgData name="Ashley Suchy" userId="84fe8df9-75e9-4cba-87ac-9a635606ae90" providerId="ADAL" clId="{F86CCA52-D7E5-44E8-B21B-82F20E124B9C}" dt="2024-11-04T14:10:11.457" v="925" actId="207"/>
        <pc:sldMkLst>
          <pc:docMk/>
          <pc:sldMk cId="950018446" sldId="276"/>
        </pc:sldMkLst>
        <pc:spChg chg="mod">
          <ac:chgData name="Ashley Suchy" userId="84fe8df9-75e9-4cba-87ac-9a635606ae90" providerId="ADAL" clId="{F86CCA52-D7E5-44E8-B21B-82F20E124B9C}" dt="2024-11-04T14:10:11.457" v="925" actId="207"/>
          <ac:spMkLst>
            <pc:docMk/>
            <pc:sldMk cId="950018446" sldId="276"/>
            <ac:spMk id="15" creationId="{F585C988-05AA-91B4-23C0-FC0B1AAA76BA}"/>
          </ac:spMkLst>
        </pc:spChg>
        <pc:spChg chg="mod">
          <ac:chgData name="Ashley Suchy" userId="84fe8df9-75e9-4cba-87ac-9a635606ae90" providerId="ADAL" clId="{F86CCA52-D7E5-44E8-B21B-82F20E124B9C}" dt="2024-10-31T20:11:33.265" v="138" actId="113"/>
          <ac:spMkLst>
            <pc:docMk/>
            <pc:sldMk cId="950018446" sldId="276"/>
            <ac:spMk id="2053" creationId="{26A39CEA-BCC4-4B2B-8213-6FFFBFC785C9}"/>
          </ac:spMkLst>
        </pc:spChg>
        <pc:spChg chg="mod">
          <ac:chgData name="Ashley Suchy" userId="84fe8df9-75e9-4cba-87ac-9a635606ae90" providerId="ADAL" clId="{F86CCA52-D7E5-44E8-B21B-82F20E124B9C}" dt="2024-10-31T20:11:27.687" v="137" actId="1036"/>
          <ac:spMkLst>
            <pc:docMk/>
            <pc:sldMk cId="950018446" sldId="276"/>
            <ac:spMk id="2054" creationId="{ED792E08-5ACE-46FD-BA6A-7792AFB4E3F6}"/>
          </ac:spMkLst>
        </pc:spChg>
        <pc:graphicFrameChg chg="del">
          <ac:chgData name="Ashley Suchy" userId="84fe8df9-75e9-4cba-87ac-9a635606ae90" providerId="ADAL" clId="{F86CCA52-D7E5-44E8-B21B-82F20E124B9C}" dt="2024-10-31T20:09:09.469" v="0" actId="478"/>
          <ac:graphicFrameMkLst>
            <pc:docMk/>
            <pc:sldMk cId="950018446" sldId="276"/>
            <ac:graphicFrameMk id="4" creationId="{0F26271E-0962-4787-F362-EB2733EAFBE6}"/>
          </ac:graphicFrameMkLst>
        </pc:graphicFrameChg>
      </pc:sldChg>
      <pc:sldChg chg="addSp delSp modSp add mod">
        <pc:chgData name="Ashley Suchy" userId="84fe8df9-75e9-4cba-87ac-9a635606ae90" providerId="ADAL" clId="{F86CCA52-D7E5-44E8-B21B-82F20E124B9C}" dt="2024-11-05T13:37:39.349" v="2416" actId="20577"/>
        <pc:sldMkLst>
          <pc:docMk/>
          <pc:sldMk cId="3150740190" sldId="277"/>
        </pc:sldMkLst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3" creationId="{9404EBAB-C5B3-EBB9-BD5D-8D35BD74A550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5" creationId="{82C99BE9-BAD9-83E4-2FD1-207C6DAB8DDF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6" creationId="{50BECF6F-8009-0858-307C-6DE75A28EF66}"/>
          </ac:spMkLst>
        </pc:spChg>
        <pc:spChg chg="del mod topLvl">
          <ac:chgData name="Ashley Suchy" userId="84fe8df9-75e9-4cba-87ac-9a635606ae90" providerId="ADAL" clId="{F86CCA52-D7E5-44E8-B21B-82F20E124B9C}" dt="2024-11-01T15:31:10.364" v="260" actId="478"/>
          <ac:spMkLst>
            <pc:docMk/>
            <pc:sldMk cId="3150740190" sldId="277"/>
            <ac:spMk id="7" creationId="{1B7057D2-C0D9-7CC6-DF85-106E4E06F2FC}"/>
          </ac:spMkLst>
        </pc:spChg>
        <pc:spChg chg="add mod">
          <ac:chgData name="Ashley Suchy" userId="84fe8df9-75e9-4cba-87ac-9a635606ae90" providerId="ADAL" clId="{F86CCA52-D7E5-44E8-B21B-82F20E124B9C}" dt="2024-11-04T20:25:30.344" v="1754" actId="1076"/>
          <ac:spMkLst>
            <pc:docMk/>
            <pc:sldMk cId="3150740190" sldId="277"/>
            <ac:spMk id="7" creationId="{C7F15EB9-4F59-5F29-110C-C8A97E75849E}"/>
          </ac:spMkLst>
        </pc:spChg>
        <pc:spChg chg="add">
          <ac:chgData name="Ashley Suchy" userId="84fe8df9-75e9-4cba-87ac-9a635606ae90" providerId="ADAL" clId="{F86CCA52-D7E5-44E8-B21B-82F20E124B9C}" dt="2024-11-05T13:30:21.881" v="2166"/>
          <ac:spMkLst>
            <pc:docMk/>
            <pc:sldMk cId="3150740190" sldId="277"/>
            <ac:spMk id="8" creationId="{01527D68-A275-97B2-9359-9D65A40FD3F8}"/>
          </ac:spMkLst>
        </pc:spChg>
        <pc:spChg chg="del mod">
          <ac:chgData name="Ashley Suchy" userId="84fe8df9-75e9-4cba-87ac-9a635606ae90" providerId="ADAL" clId="{F86CCA52-D7E5-44E8-B21B-82F20E124B9C}" dt="2024-11-04T20:11:42.091" v="1237"/>
          <ac:spMkLst>
            <pc:docMk/>
            <pc:sldMk cId="3150740190" sldId="277"/>
            <ac:spMk id="8" creationId="{6DCA2C5C-2649-FB24-3103-1FFFE672BB06}"/>
          </ac:spMkLst>
        </pc:spChg>
        <pc:spChg chg="del mod">
          <ac:chgData name="Ashley Suchy" userId="84fe8df9-75e9-4cba-87ac-9a635606ae90" providerId="ADAL" clId="{F86CCA52-D7E5-44E8-B21B-82F20E124B9C}" dt="2024-11-04T20:28:11.711" v="1756" actId="478"/>
          <ac:spMkLst>
            <pc:docMk/>
            <pc:sldMk cId="3150740190" sldId="277"/>
            <ac:spMk id="9" creationId="{5D454D8B-7285-A788-42E5-9F4504CACCCC}"/>
          </ac:spMkLst>
        </pc:spChg>
        <pc:spChg chg="mod topLvl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10" creationId="{31141002-B3E8-9B09-9A99-5C9E7E5FDF8A}"/>
          </ac:spMkLst>
        </pc:spChg>
        <pc:spChg chg="mod">
          <ac:chgData name="Ashley Suchy" userId="84fe8df9-75e9-4cba-87ac-9a635606ae90" providerId="ADAL" clId="{F86CCA52-D7E5-44E8-B21B-82F20E124B9C}" dt="2024-11-04T20:54:13.365" v="1809" actId="20577"/>
          <ac:spMkLst>
            <pc:docMk/>
            <pc:sldMk cId="3150740190" sldId="277"/>
            <ac:spMk id="11" creationId="{E4994AA7-6E5D-A597-F6E7-70AC991F2F2E}"/>
          </ac:spMkLst>
        </pc:spChg>
        <pc:spChg chg="add mod">
          <ac:chgData name="Ashley Suchy" userId="84fe8df9-75e9-4cba-87ac-9a635606ae90" providerId="ADAL" clId="{F86CCA52-D7E5-44E8-B21B-82F20E124B9C}" dt="2024-11-05T13:30:43.966" v="2168"/>
          <ac:spMkLst>
            <pc:docMk/>
            <pc:sldMk cId="3150740190" sldId="277"/>
            <ac:spMk id="12" creationId="{D6068398-5E2F-B729-DACD-BE9563C44B1C}"/>
          </ac:spMkLst>
        </pc:spChg>
        <pc:spChg chg="del mod">
          <ac:chgData name="Ashley Suchy" userId="84fe8df9-75e9-4cba-87ac-9a635606ae90" providerId="ADAL" clId="{F86CCA52-D7E5-44E8-B21B-82F20E124B9C}" dt="2024-11-04T20:54:01.393" v="1794" actId="478"/>
          <ac:spMkLst>
            <pc:docMk/>
            <pc:sldMk cId="3150740190" sldId="277"/>
            <ac:spMk id="14" creationId="{48F6ACD3-4F76-CC12-44DA-0C2C17574563}"/>
          </ac:spMkLst>
        </pc:spChg>
        <pc:spChg chg="mod">
          <ac:chgData name="Ashley Suchy" userId="84fe8df9-75e9-4cba-87ac-9a635606ae90" providerId="ADAL" clId="{F86CCA52-D7E5-44E8-B21B-82F20E124B9C}" dt="2024-11-05T13:37:39.349" v="2416" actId="20577"/>
          <ac:spMkLst>
            <pc:docMk/>
            <pc:sldMk cId="3150740190" sldId="277"/>
            <ac:spMk id="15" creationId="{C85C970D-B087-A4DB-816A-E95C65FC52BD}"/>
          </ac:spMkLst>
        </pc:spChg>
        <pc:spChg chg="add mod">
          <ac:chgData name="Ashley Suchy" userId="84fe8df9-75e9-4cba-87ac-9a635606ae90" providerId="ADAL" clId="{F86CCA52-D7E5-44E8-B21B-82F20E124B9C}" dt="2024-11-05T13:33:46.637" v="2385" actId="1076"/>
          <ac:spMkLst>
            <pc:docMk/>
            <pc:sldMk cId="3150740190" sldId="277"/>
            <ac:spMk id="16" creationId="{A06C7DCD-D335-2934-9910-35C91EFDCA5B}"/>
          </ac:spMkLst>
        </pc:spChg>
        <pc:spChg chg="del mod topLvl">
          <ac:chgData name="Ashley Suchy" userId="84fe8df9-75e9-4cba-87ac-9a635606ae90" providerId="ADAL" clId="{F86CCA52-D7E5-44E8-B21B-82F20E124B9C}" dt="2024-11-01T15:31:59.200" v="267" actId="478"/>
          <ac:spMkLst>
            <pc:docMk/>
            <pc:sldMk cId="3150740190" sldId="277"/>
            <ac:spMk id="17" creationId="{716E898F-A9E8-8FB2-323A-1457796AB351}"/>
          </ac:spMkLst>
        </pc:spChg>
        <pc:spChg chg="add del mod topLvl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" creationId="{8AFA41B9-8B68-61B4-E0B6-48D427B93EA9}"/>
          </ac:spMkLst>
        </pc:spChg>
        <pc:spChg chg="mod topLvl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" creationId="{46AA03BB-FE9B-B56E-B2D7-1F3737AED73A}"/>
          </ac:spMkLst>
        </pc:spChg>
        <pc:spChg chg="mod topLvl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2" creationId="{8443B0F2-1502-9A52-FAE6-2839F0A745F6}"/>
          </ac:spMkLst>
        </pc:spChg>
        <pc:spChg chg="add del mod">
          <ac:chgData name="Ashley Suchy" userId="84fe8df9-75e9-4cba-87ac-9a635606ae90" providerId="ADAL" clId="{F86CCA52-D7E5-44E8-B21B-82F20E124B9C}" dt="2024-11-04T20:59:24.394" v="1948" actId="478"/>
          <ac:spMkLst>
            <pc:docMk/>
            <pc:sldMk cId="3150740190" sldId="277"/>
            <ac:spMk id="23" creationId="{1A5A3BD6-5EB7-E77F-8AF9-2094ECB97A7F}"/>
          </ac:spMkLst>
        </pc:spChg>
        <pc:spChg chg="add del mod">
          <ac:chgData name="Ashley Suchy" userId="84fe8df9-75e9-4cba-87ac-9a635606ae90" providerId="ADAL" clId="{F86CCA52-D7E5-44E8-B21B-82F20E124B9C}" dt="2024-11-04T21:06:34.997" v="2070" actId="478"/>
          <ac:spMkLst>
            <pc:docMk/>
            <pc:sldMk cId="3150740190" sldId="277"/>
            <ac:spMk id="24" creationId="{E1F3C050-1F4C-EC43-C66A-C4332B80A79C}"/>
          </ac:spMkLst>
        </pc:spChg>
        <pc:spChg chg="add mod">
          <ac:chgData name="Ashley Suchy" userId="84fe8df9-75e9-4cba-87ac-9a635606ae90" providerId="ADAL" clId="{F86CCA52-D7E5-44E8-B21B-82F20E124B9C}" dt="2024-11-04T21:01:56.333" v="1993"/>
          <ac:spMkLst>
            <pc:docMk/>
            <pc:sldMk cId="3150740190" sldId="277"/>
            <ac:spMk id="25" creationId="{25B48722-3B5B-A8E4-DBCC-10E56A20C44D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6" creationId="{C4FD8858-659B-781E-DFC9-30FEE6F13AE0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31" creationId="{70E56C6E-FAA0-B539-1E31-AB773408F2B6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53" creationId="{C4E483E3-A16B-0657-A994-E7ADAFB9BE80}"/>
          </ac:spMkLst>
        </pc:spChg>
        <pc:spChg chg="mod">
          <ac:chgData name="Ashley Suchy" userId="84fe8df9-75e9-4cba-87ac-9a635606ae90" providerId="ADAL" clId="{F86CCA52-D7E5-44E8-B21B-82F20E124B9C}" dt="2024-11-04T21:07:07.629" v="2076" actId="403"/>
          <ac:spMkLst>
            <pc:docMk/>
            <pc:sldMk cId="3150740190" sldId="277"/>
            <ac:spMk id="2054" creationId="{61C44CF9-6C30-521A-C5EF-3D43062AEC3D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55" creationId="{60B135AD-7066-F2DD-353F-B908439197F3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56" creationId="{FEE6A3C4-ABD6-D648-1F10-7D5A4E86E6F6}"/>
          </ac:spMkLst>
        </pc:spChg>
        <pc:spChg chg="del mod">
          <ac:chgData name="Ashley Suchy" userId="84fe8df9-75e9-4cba-87ac-9a635606ae90" providerId="ADAL" clId="{F86CCA52-D7E5-44E8-B21B-82F20E124B9C}" dt="2024-11-04T20:14:11.282" v="1247" actId="478"/>
          <ac:spMkLst>
            <pc:docMk/>
            <pc:sldMk cId="3150740190" sldId="277"/>
            <ac:spMk id="2057" creationId="{1A3540E0-9BA6-58E6-CE03-11DB05BD0D85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58" creationId="{2BF86CC1-0D38-9404-FF7D-813689EC54EE}"/>
          </ac:spMkLst>
        </pc:spChg>
        <pc:spChg chg="del">
          <ac:chgData name="Ashley Suchy" userId="84fe8df9-75e9-4cba-87ac-9a635606ae90" providerId="ADAL" clId="{F86CCA52-D7E5-44E8-B21B-82F20E124B9C}" dt="2024-11-04T20:13:34.175" v="1243" actId="478"/>
          <ac:spMkLst>
            <pc:docMk/>
            <pc:sldMk cId="3150740190" sldId="277"/>
            <ac:spMk id="2059" creationId="{1A7CB43B-D9C4-8D8D-FC5F-085C8D3E8719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60" creationId="{83BB601F-93B5-9801-C2C9-BE241C975E2A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61" creationId="{253B964C-AD49-05E6-7E4C-6CA922F1544D}"/>
          </ac:spMkLst>
        </pc:spChg>
        <pc:spChg chg="del">
          <ac:chgData name="Ashley Suchy" userId="84fe8df9-75e9-4cba-87ac-9a635606ae90" providerId="ADAL" clId="{F86CCA52-D7E5-44E8-B21B-82F20E124B9C}" dt="2024-11-04T20:20:34.140" v="1670" actId="21"/>
          <ac:spMkLst>
            <pc:docMk/>
            <pc:sldMk cId="3150740190" sldId="277"/>
            <ac:spMk id="2062" creationId="{657A84A3-3CC6-754B-D7A6-A71F0EB8EC49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63" creationId="{BF971901-C62A-262A-E964-7F0A8B9D2AC3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65" creationId="{ADAE1F0B-4EC7-ED5E-DB15-9BB2A300F1F9}"/>
          </ac:spMkLst>
        </pc:spChg>
        <pc:spChg chg="mod">
          <ac:chgData name="Ashley Suchy" userId="84fe8df9-75e9-4cba-87ac-9a635606ae90" providerId="ADAL" clId="{F86CCA52-D7E5-44E8-B21B-82F20E124B9C}" dt="2024-11-04T21:06:42.188" v="2071" actId="14100"/>
          <ac:spMkLst>
            <pc:docMk/>
            <pc:sldMk cId="3150740190" sldId="277"/>
            <ac:spMk id="2068" creationId="{4F955B95-6A9E-F44F-864D-F83240138B8C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69" creationId="{EC5D8E2B-3320-B6A4-8B04-F492927ABDC2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72" creationId="{BCB8BF45-321F-AE00-4D32-A0A0B84C7885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81" creationId="{419723E6-A36D-1930-E7E2-195CC4A6241A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82" creationId="{826760A1-4E35-FEF6-0836-CF366B71F7CC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92" creationId="{6A6B44A7-05E4-857E-E47B-09220E5C28C0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093" creationId="{47ABA44E-240B-AECE-6870-DEC56C55DE09}"/>
          </ac:spMkLst>
        </pc:spChg>
        <pc:spChg chg="add mod">
          <ac:chgData name="Ashley Suchy" userId="84fe8df9-75e9-4cba-87ac-9a635606ae90" providerId="ADAL" clId="{F86CCA52-D7E5-44E8-B21B-82F20E124B9C}" dt="2024-11-04T20:30:26.233" v="1771" actId="1076"/>
          <ac:spMkLst>
            <pc:docMk/>
            <pc:sldMk cId="3150740190" sldId="277"/>
            <ac:spMk id="2094" creationId="{802B6F00-7FA2-279C-E28A-E19271BB3765}"/>
          </ac:spMkLst>
        </pc:spChg>
        <pc:spChg chg="mod topLvl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00" creationId="{DB7F059C-4F23-61B9-FED2-4967757C32F9}"/>
          </ac:spMkLst>
        </pc:spChg>
        <pc:spChg chg="mod topLvl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01" creationId="{CE34286E-CE9C-0ACC-9000-3FA0DDF51656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04" creationId="{C29BE208-9159-6403-6432-9BAFC7B32055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05" creationId="{31054135-B253-05CA-10B1-283EF2A2EE04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09" creationId="{521C5493-71E7-0889-6E91-6D86115C7803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10" creationId="{897E7590-3A9C-6FC0-0EA7-11DDFC3654B0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13" creationId="{2ED66F44-765C-4574-9918-E8C433E6317E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15" creationId="{608F8EF9-AC5F-3050-C4CE-43DE1AF16B81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17" creationId="{6762ADB5-AF19-A444-7C77-2CEAE79873B2}"/>
          </ac:spMkLst>
        </pc:spChg>
        <pc:spChg chg="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18" creationId="{3E2F7617-0ABD-66AD-9A12-7B424509921C}"/>
          </ac:spMkLst>
        </pc:spChg>
        <pc:spChg chg="add mod">
          <ac:chgData name="Ashley Suchy" userId="84fe8df9-75e9-4cba-87ac-9a635606ae90" providerId="ADAL" clId="{F86CCA52-D7E5-44E8-B21B-82F20E124B9C}" dt="2024-11-04T20:24:07.793" v="1699" actId="1076"/>
          <ac:spMkLst>
            <pc:docMk/>
            <pc:sldMk cId="3150740190" sldId="277"/>
            <ac:spMk id="2122" creationId="{2BBCBD81-95EA-5D8A-107B-FEF7BB8C6118}"/>
          </ac:spMkLst>
        </pc:spChg>
        <pc:spChg chg="add del mod">
          <ac:chgData name="Ashley Suchy" userId="84fe8df9-75e9-4cba-87ac-9a635606ae90" providerId="ADAL" clId="{F86CCA52-D7E5-44E8-B21B-82F20E124B9C}" dt="2024-11-01T15:59:48.119" v="748" actId="478"/>
          <ac:spMkLst>
            <pc:docMk/>
            <pc:sldMk cId="3150740190" sldId="277"/>
            <ac:spMk id="2123" creationId="{7ABD3070-5B71-603E-B066-CFDAEEA33155}"/>
          </ac:spMkLst>
        </pc:spChg>
        <pc:grpChg chg="add del mod topLvl">
          <ac:chgData name="Ashley Suchy" userId="84fe8df9-75e9-4cba-87ac-9a635606ae90" providerId="ADAL" clId="{F86CCA52-D7E5-44E8-B21B-82F20E124B9C}" dt="2024-11-01T15:31:06.472" v="259" actId="165"/>
          <ac:grpSpMkLst>
            <pc:docMk/>
            <pc:sldMk cId="3150740190" sldId="277"/>
            <ac:grpSpMk id="4" creationId="{8E755BE6-1364-565A-F244-A77D0A690AAC}"/>
          </ac:grpSpMkLst>
        </pc:grpChg>
        <pc:grpChg chg="del mod">
          <ac:chgData name="Ashley Suchy" userId="84fe8df9-75e9-4cba-87ac-9a635606ae90" providerId="ADAL" clId="{F86CCA52-D7E5-44E8-B21B-82F20E124B9C}" dt="2024-11-01T15:31:55.525" v="266" actId="165"/>
          <ac:grpSpMkLst>
            <pc:docMk/>
            <pc:sldMk cId="3150740190" sldId="277"/>
            <ac:grpSpMk id="18" creationId="{73770DAF-B9AE-ACD4-AA5A-129F2E27BB60}"/>
          </ac:grpSpMkLst>
        </pc:grpChg>
        <pc:grpChg chg="del mod">
          <ac:chgData name="Ashley Suchy" userId="84fe8df9-75e9-4cba-87ac-9a635606ae90" providerId="ADAL" clId="{F86CCA52-D7E5-44E8-B21B-82F20E124B9C}" dt="2024-11-01T15:30:33.300" v="256" actId="165"/>
          <ac:grpSpMkLst>
            <pc:docMk/>
            <pc:sldMk cId="3150740190" sldId="277"/>
            <ac:grpSpMk id="19" creationId="{D63E35A0-19A1-690F-6214-1FB9629C636E}"/>
          </ac:grpSpMkLst>
        </pc:grpChg>
        <pc:grpChg chg="add del mod">
          <ac:chgData name="Ashley Suchy" userId="84fe8df9-75e9-4cba-87ac-9a635606ae90" providerId="ADAL" clId="{F86CCA52-D7E5-44E8-B21B-82F20E124B9C}" dt="2024-11-01T15:27:11.888" v="232" actId="164"/>
          <ac:grpSpMkLst>
            <pc:docMk/>
            <pc:sldMk cId="3150740190" sldId="277"/>
            <ac:grpSpMk id="27" creationId="{B77CAB9E-5A20-5211-1970-F456BE1E5693}"/>
          </ac:grpSpMkLst>
        </pc:grpChg>
        <pc:grpChg chg="add mod topLvl">
          <ac:chgData name="Ashley Suchy" userId="84fe8df9-75e9-4cba-87ac-9a635606ae90" providerId="ADAL" clId="{F86CCA52-D7E5-44E8-B21B-82F20E124B9C}" dt="2024-11-01T15:27:11.291" v="231" actId="164"/>
          <ac:grpSpMkLst>
            <pc:docMk/>
            <pc:sldMk cId="3150740190" sldId="277"/>
            <ac:grpSpMk id="28" creationId="{9C70070E-B3EE-5062-1DFD-56932B9868BC}"/>
          </ac:grpSpMkLst>
        </pc:grpChg>
        <pc:grpChg chg="add del mod">
          <ac:chgData name="Ashley Suchy" userId="84fe8df9-75e9-4cba-87ac-9a635606ae90" providerId="ADAL" clId="{F86CCA52-D7E5-44E8-B21B-82F20E124B9C}" dt="2024-11-01T15:27:10.655" v="230" actId="164"/>
          <ac:grpSpMkLst>
            <pc:docMk/>
            <pc:sldMk cId="3150740190" sldId="277"/>
            <ac:grpSpMk id="29" creationId="{973B323D-168A-B97E-B68B-C8D58DE85F31}"/>
          </ac:grpSpMkLst>
        </pc:grpChg>
        <pc:grpChg chg="add mod">
          <ac:chgData name="Ashley Suchy" userId="84fe8df9-75e9-4cba-87ac-9a635606ae90" providerId="ADAL" clId="{F86CCA52-D7E5-44E8-B21B-82F20E124B9C}" dt="2024-11-01T15:27:08.317" v="227" actId="338"/>
          <ac:grpSpMkLst>
            <pc:docMk/>
            <pc:sldMk cId="3150740190" sldId="277"/>
            <ac:grpSpMk id="30" creationId="{F7D4C9D5-462B-A920-760C-F86D6B5B1D88}"/>
          </ac:grpSpMkLst>
        </pc:grpChg>
        <pc:grpChg chg="add mod">
          <ac:chgData name="Ashley Suchy" userId="84fe8df9-75e9-4cba-87ac-9a635606ae90" providerId="ADAL" clId="{F86CCA52-D7E5-44E8-B21B-82F20E124B9C}" dt="2024-11-04T20:24:07.793" v="1699" actId="1076"/>
          <ac:grpSpMkLst>
            <pc:docMk/>
            <pc:sldMk cId="3150740190" sldId="277"/>
            <ac:grpSpMk id="2048" creationId="{2738F99A-369C-D898-C387-68D67BA86C82}"/>
          </ac:grpSpMkLst>
        </pc:grpChg>
        <pc:grpChg chg="add mod">
          <ac:chgData name="Ashley Suchy" userId="84fe8df9-75e9-4cba-87ac-9a635606ae90" providerId="ADAL" clId="{F86CCA52-D7E5-44E8-B21B-82F20E124B9C}" dt="2024-11-04T20:24:07.793" v="1699" actId="1076"/>
          <ac:grpSpMkLst>
            <pc:docMk/>
            <pc:sldMk cId="3150740190" sldId="277"/>
            <ac:grpSpMk id="2070" creationId="{768B1A5E-61AA-5F40-72CB-497C67120ABA}"/>
          </ac:grpSpMkLst>
        </pc:grpChg>
        <pc:grpChg chg="add mod">
          <ac:chgData name="Ashley Suchy" userId="84fe8df9-75e9-4cba-87ac-9a635606ae90" providerId="ADAL" clId="{F86CCA52-D7E5-44E8-B21B-82F20E124B9C}" dt="2024-11-04T20:24:07.793" v="1699" actId="1076"/>
          <ac:grpSpMkLst>
            <pc:docMk/>
            <pc:sldMk cId="3150740190" sldId="277"/>
            <ac:grpSpMk id="2071" creationId="{9EDDDFEF-AD3E-CD07-5267-EF7331EE22D2}"/>
          </ac:grpSpMkLst>
        </pc:grpChg>
        <pc:grpChg chg="add mod ord">
          <ac:chgData name="Ashley Suchy" userId="84fe8df9-75e9-4cba-87ac-9a635606ae90" providerId="ADAL" clId="{F86CCA52-D7E5-44E8-B21B-82F20E124B9C}" dt="2024-11-04T20:30:19.142" v="1770" actId="1037"/>
          <ac:grpSpMkLst>
            <pc:docMk/>
            <pc:sldMk cId="3150740190" sldId="277"/>
            <ac:grpSpMk id="2073" creationId="{0A1EF378-5C6E-5019-8117-269FBC6CAB9D}"/>
          </ac:grpSpMkLst>
        </pc:grpChg>
        <pc:grpChg chg="add mod">
          <ac:chgData name="Ashley Suchy" userId="84fe8df9-75e9-4cba-87ac-9a635606ae90" providerId="ADAL" clId="{F86CCA52-D7E5-44E8-B21B-82F20E124B9C}" dt="2024-11-04T20:24:07.793" v="1699" actId="1076"/>
          <ac:grpSpMkLst>
            <pc:docMk/>
            <pc:sldMk cId="3150740190" sldId="277"/>
            <ac:grpSpMk id="2083" creationId="{814756CC-EA85-3305-B033-B985D386C9C6}"/>
          </ac:grpSpMkLst>
        </pc:grpChg>
        <pc:grpChg chg="add mod">
          <ac:chgData name="Ashley Suchy" userId="84fe8df9-75e9-4cba-87ac-9a635606ae90" providerId="ADAL" clId="{F86CCA52-D7E5-44E8-B21B-82F20E124B9C}" dt="2024-11-01T15:38:37.885" v="422" actId="164"/>
          <ac:grpSpMkLst>
            <pc:docMk/>
            <pc:sldMk cId="3150740190" sldId="277"/>
            <ac:grpSpMk id="2084" creationId="{A4B1399F-A5EF-8ACC-9224-3A1E8BF127BA}"/>
          </ac:grpSpMkLst>
        </pc:grpChg>
        <pc:grpChg chg="add mod">
          <ac:chgData name="Ashley Suchy" userId="84fe8df9-75e9-4cba-87ac-9a635606ae90" providerId="ADAL" clId="{F86CCA52-D7E5-44E8-B21B-82F20E124B9C}" dt="2024-11-01T15:38:36.242" v="421" actId="164"/>
          <ac:grpSpMkLst>
            <pc:docMk/>
            <pc:sldMk cId="3150740190" sldId="277"/>
            <ac:grpSpMk id="2085" creationId="{860CC682-0F6A-62C7-EFCB-F2814A6AFD62}"/>
          </ac:grpSpMkLst>
        </pc:grpChg>
        <pc:grpChg chg="add mod">
          <ac:chgData name="Ashley Suchy" userId="84fe8df9-75e9-4cba-87ac-9a635606ae90" providerId="ADAL" clId="{F86CCA52-D7E5-44E8-B21B-82F20E124B9C}" dt="2024-11-01T15:38:35.466" v="420" actId="164"/>
          <ac:grpSpMkLst>
            <pc:docMk/>
            <pc:sldMk cId="3150740190" sldId="277"/>
            <ac:grpSpMk id="2086" creationId="{48CA11C5-D42E-4EA9-A8B0-C5B2EB363A8A}"/>
          </ac:grpSpMkLst>
        </pc:grpChg>
        <pc:grpChg chg="add mod">
          <ac:chgData name="Ashley Suchy" userId="84fe8df9-75e9-4cba-87ac-9a635606ae90" providerId="ADAL" clId="{F86CCA52-D7E5-44E8-B21B-82F20E124B9C}" dt="2024-11-01T15:38:34.942" v="419" actId="164"/>
          <ac:grpSpMkLst>
            <pc:docMk/>
            <pc:sldMk cId="3150740190" sldId="277"/>
            <ac:grpSpMk id="2087" creationId="{CEC6F6B1-F676-6426-283E-09D16F55D06F}"/>
          </ac:grpSpMkLst>
        </pc:grpChg>
        <pc:grpChg chg="add del mod">
          <ac:chgData name="Ashley Suchy" userId="84fe8df9-75e9-4cba-87ac-9a635606ae90" providerId="ADAL" clId="{F86CCA52-D7E5-44E8-B21B-82F20E124B9C}" dt="2024-11-01T15:45:38.351" v="474" actId="165"/>
          <ac:grpSpMkLst>
            <pc:docMk/>
            <pc:sldMk cId="3150740190" sldId="277"/>
            <ac:grpSpMk id="2099" creationId="{4182023F-E636-E999-107F-68D326B2D28C}"/>
          </ac:grpSpMkLst>
        </pc:grpChg>
        <pc:grpChg chg="add mod">
          <ac:chgData name="Ashley Suchy" userId="84fe8df9-75e9-4cba-87ac-9a635606ae90" providerId="ADAL" clId="{F86CCA52-D7E5-44E8-B21B-82F20E124B9C}" dt="2024-11-04T20:24:07.793" v="1699" actId="1076"/>
          <ac:grpSpMkLst>
            <pc:docMk/>
            <pc:sldMk cId="3150740190" sldId="277"/>
            <ac:grpSpMk id="2102" creationId="{C23C7D73-F773-FF55-F8D3-9D7C6E073B9E}"/>
          </ac:grpSpMkLst>
        </pc:grpChg>
        <pc:grpChg chg="add mod">
          <ac:chgData name="Ashley Suchy" userId="84fe8df9-75e9-4cba-87ac-9a635606ae90" providerId="ADAL" clId="{F86CCA52-D7E5-44E8-B21B-82F20E124B9C}" dt="2024-11-04T20:24:07.793" v="1699" actId="1076"/>
          <ac:grpSpMkLst>
            <pc:docMk/>
            <pc:sldMk cId="3150740190" sldId="277"/>
            <ac:grpSpMk id="2103" creationId="{40E217DF-84E8-5C6E-929E-1082514AA116}"/>
          </ac:grpSpMkLst>
        </pc:grpChg>
        <pc:grpChg chg="add mod">
          <ac:chgData name="Ashley Suchy" userId="84fe8df9-75e9-4cba-87ac-9a635606ae90" providerId="ADAL" clId="{F86CCA52-D7E5-44E8-B21B-82F20E124B9C}" dt="2024-11-04T20:24:07.793" v="1699" actId="1076"/>
          <ac:grpSpMkLst>
            <pc:docMk/>
            <pc:sldMk cId="3150740190" sldId="277"/>
            <ac:grpSpMk id="2108" creationId="{CD9D77BD-010D-E342-ED90-9605793B775D}"/>
          </ac:grpSpMkLst>
        </pc:grpChg>
        <pc:grpChg chg="add mod">
          <ac:chgData name="Ashley Suchy" userId="84fe8df9-75e9-4cba-87ac-9a635606ae90" providerId="ADAL" clId="{F86CCA52-D7E5-44E8-B21B-82F20E124B9C}" dt="2024-11-04T20:24:07.793" v="1699" actId="1076"/>
          <ac:grpSpMkLst>
            <pc:docMk/>
            <pc:sldMk cId="3150740190" sldId="277"/>
            <ac:grpSpMk id="2116" creationId="{690962EE-CEC6-BE3D-7E83-A8698D00D7C9}"/>
          </ac:grpSpMkLst>
        </pc:grpChg>
        <pc:graphicFrameChg chg="add del modGraphic">
          <ac:chgData name="Ashley Suchy" userId="84fe8df9-75e9-4cba-87ac-9a635606ae90" providerId="ADAL" clId="{F86CCA52-D7E5-44E8-B21B-82F20E124B9C}" dt="2024-11-01T16:00:01.491" v="754" actId="478"/>
          <ac:graphicFrameMkLst>
            <pc:docMk/>
            <pc:sldMk cId="3150740190" sldId="277"/>
            <ac:graphicFrameMk id="2124" creationId="{16FF96F6-8CC4-FA1E-F7E4-799C1589D41E}"/>
          </ac:graphicFrameMkLst>
        </pc:graphicFrameChg>
        <pc:graphicFrameChg chg="add del">
          <ac:chgData name="Ashley Suchy" userId="84fe8df9-75e9-4cba-87ac-9a635606ae90" providerId="ADAL" clId="{F86CCA52-D7E5-44E8-B21B-82F20E124B9C}" dt="2024-11-01T16:00:00.732" v="753" actId="478"/>
          <ac:graphicFrameMkLst>
            <pc:docMk/>
            <pc:sldMk cId="3150740190" sldId="277"/>
            <ac:graphicFrameMk id="2125" creationId="{D84677C8-427D-421F-7DE9-305C59E0703F}"/>
          </ac:graphicFrameMkLst>
        </pc:graphicFrameChg>
        <pc:graphicFrameChg chg="add del">
          <ac:chgData name="Ashley Suchy" userId="84fe8df9-75e9-4cba-87ac-9a635606ae90" providerId="ADAL" clId="{F86CCA52-D7E5-44E8-B21B-82F20E124B9C}" dt="2024-11-01T15:59:59.789" v="752" actId="478"/>
          <ac:graphicFrameMkLst>
            <pc:docMk/>
            <pc:sldMk cId="3150740190" sldId="277"/>
            <ac:graphicFrameMk id="2126" creationId="{54990215-9567-0F26-C0BC-CE67BAE6E916}"/>
          </ac:graphicFrameMkLst>
        </pc:graphicFrameChg>
        <pc:graphicFrameChg chg="add del">
          <ac:chgData name="Ashley Suchy" userId="84fe8df9-75e9-4cba-87ac-9a635606ae90" providerId="ADAL" clId="{F86CCA52-D7E5-44E8-B21B-82F20E124B9C}" dt="2024-11-01T15:59:58.506" v="751" actId="478"/>
          <ac:graphicFrameMkLst>
            <pc:docMk/>
            <pc:sldMk cId="3150740190" sldId="277"/>
            <ac:graphicFrameMk id="2127" creationId="{D893B34A-6DCD-ADEF-A875-001F2FF57652}"/>
          </ac:graphicFrameMkLst>
        </pc:graphicFrameChg>
        <pc:graphicFrameChg chg="add del modGraphic">
          <ac:chgData name="Ashley Suchy" userId="84fe8df9-75e9-4cba-87ac-9a635606ae90" providerId="ADAL" clId="{F86CCA52-D7E5-44E8-B21B-82F20E124B9C}" dt="2024-11-01T15:59:57.371" v="750" actId="478"/>
          <ac:graphicFrameMkLst>
            <pc:docMk/>
            <pc:sldMk cId="3150740190" sldId="277"/>
            <ac:graphicFrameMk id="2128" creationId="{1482AB5F-6A0E-9BC6-E458-6C98661E537F}"/>
          </ac:graphicFrameMkLst>
        </pc:graphicFrameChg>
        <pc:graphicFrameChg chg="add mod modGraphic">
          <ac:chgData name="Ashley Suchy" userId="84fe8df9-75e9-4cba-87ac-9a635606ae90" providerId="ADAL" clId="{F86CCA52-D7E5-44E8-B21B-82F20E124B9C}" dt="2024-11-04T20:25:15.520" v="1751" actId="1036"/>
          <ac:graphicFrameMkLst>
            <pc:docMk/>
            <pc:sldMk cId="3150740190" sldId="277"/>
            <ac:graphicFrameMk id="2129" creationId="{489C8AB8-0C4E-A939-3035-53A05FD1A4A1}"/>
          </ac:graphicFrameMkLst>
        </pc:graphicFrameChg>
        <pc:picChg chg="mod">
          <ac:chgData name="Ashley Suchy" userId="84fe8df9-75e9-4cba-87ac-9a635606ae90" providerId="ADAL" clId="{F86CCA52-D7E5-44E8-B21B-82F20E124B9C}" dt="2024-11-04T21:07:17.280" v="2077" actId="14100"/>
          <ac:picMkLst>
            <pc:docMk/>
            <pc:sldMk cId="3150740190" sldId="277"/>
            <ac:picMk id="2" creationId="{9937D339-79F3-FAD6-A099-B9F246302D6B}"/>
          </ac:picMkLst>
        </pc:picChg>
        <pc:picChg chg="add mod">
          <ac:chgData name="Ashley Suchy" userId="84fe8df9-75e9-4cba-87ac-9a635606ae90" providerId="ADAL" clId="{F86CCA52-D7E5-44E8-B21B-82F20E124B9C}" dt="2024-11-04T21:06:45.326" v="2072" actId="1076"/>
          <ac:picMkLst>
            <pc:docMk/>
            <pc:sldMk cId="3150740190" sldId="277"/>
            <ac:picMk id="9" creationId="{D4C7000A-B0F4-7FB5-29DB-3976A3C93CBC}"/>
          </ac:picMkLst>
        </pc:picChg>
        <pc:picChg chg="add mod">
          <ac:chgData name="Ashley Suchy" userId="84fe8df9-75e9-4cba-87ac-9a635606ae90" providerId="ADAL" clId="{F86CCA52-D7E5-44E8-B21B-82F20E124B9C}" dt="2024-11-04T20:24:07.793" v="1699" actId="1076"/>
          <ac:picMkLst>
            <pc:docMk/>
            <pc:sldMk cId="3150740190" sldId="277"/>
            <ac:picMk id="13" creationId="{88695143-2FE0-C3AF-5BAC-7B8EFB4EF41F}"/>
          </ac:picMkLst>
        </pc:picChg>
        <pc:picChg chg="add mod">
          <ac:chgData name="Ashley Suchy" userId="84fe8df9-75e9-4cba-87ac-9a635606ae90" providerId="ADAL" clId="{F86CCA52-D7E5-44E8-B21B-82F20E124B9C}" dt="2024-11-04T21:06:48.030" v="2073" actId="1076"/>
          <ac:picMkLst>
            <pc:docMk/>
            <pc:sldMk cId="3150740190" sldId="277"/>
            <ac:picMk id="17" creationId="{A06E50BE-6C0A-E0CE-85AD-555C4E916DAF}"/>
          </ac:picMkLst>
        </pc:picChg>
        <pc:picChg chg="add mod ord">
          <ac:chgData name="Ashley Suchy" userId="84fe8df9-75e9-4cba-87ac-9a635606ae90" providerId="ADAL" clId="{F86CCA52-D7E5-44E8-B21B-82F20E124B9C}" dt="2024-11-04T21:06:50.532" v="2074" actId="1076"/>
          <ac:picMkLst>
            <pc:docMk/>
            <pc:sldMk cId="3150740190" sldId="277"/>
            <ac:picMk id="19" creationId="{4D8B3F54-D11F-2AB2-43B2-709E70E22962}"/>
          </ac:picMkLst>
        </pc:picChg>
        <pc:cxnChg chg="add mod">
          <ac:chgData name="Ashley Suchy" userId="84fe8df9-75e9-4cba-87ac-9a635606ae90" providerId="ADAL" clId="{F86CCA52-D7E5-44E8-B21B-82F20E124B9C}" dt="2024-11-04T20:25:25.592" v="1753" actId="14100"/>
          <ac:cxnSpMkLst>
            <pc:docMk/>
            <pc:sldMk cId="3150740190" sldId="277"/>
            <ac:cxnSpMk id="4" creationId="{02E963AD-C950-F106-7340-D4CD47CC5681}"/>
          </ac:cxnSpMkLst>
        </pc:cxnChg>
        <pc:cxnChg chg="add del">
          <ac:chgData name="Ashley Suchy" userId="84fe8df9-75e9-4cba-87ac-9a635606ae90" providerId="ADAL" clId="{F86CCA52-D7E5-44E8-B21B-82F20E124B9C}" dt="2024-11-01T15:24:09.003" v="205" actId="478"/>
          <ac:cxnSpMkLst>
            <pc:docMk/>
            <pc:sldMk cId="3150740190" sldId="277"/>
            <ac:cxnSpMk id="13" creationId="{E639A986-6B99-5F10-712D-F5C29338DEAD}"/>
          </ac:cxnSpMkLst>
        </pc:cxnChg>
        <pc:cxnChg chg="add del mod">
          <ac:chgData name="Ashley Suchy" userId="84fe8df9-75e9-4cba-87ac-9a635606ae90" providerId="ADAL" clId="{F86CCA52-D7E5-44E8-B21B-82F20E124B9C}" dt="2024-11-01T15:27:17.155" v="234" actId="478"/>
          <ac:cxnSpMkLst>
            <pc:docMk/>
            <pc:sldMk cId="3150740190" sldId="277"/>
            <ac:cxnSpMk id="23" creationId="{A36B6F90-86D6-B33A-763B-F18C9D435576}"/>
          </ac:cxnSpMkLst>
        </pc:cxnChg>
        <pc:cxnChg chg="add mod">
          <ac:chgData name="Ashley Suchy" userId="84fe8df9-75e9-4cba-87ac-9a635606ae90" providerId="ADAL" clId="{F86CCA52-D7E5-44E8-B21B-82F20E124B9C}" dt="2024-11-04T20:24:07.793" v="1699" actId="1076"/>
          <ac:cxnSpMkLst>
            <pc:docMk/>
            <pc:sldMk cId="3150740190" sldId="277"/>
            <ac:cxnSpMk id="2050" creationId="{9D135BC2-34AA-995E-6C28-347C9A741578}"/>
          </ac:cxnSpMkLst>
        </pc:cxnChg>
        <pc:cxnChg chg="add mod">
          <ac:chgData name="Ashley Suchy" userId="84fe8df9-75e9-4cba-87ac-9a635606ae90" providerId="ADAL" clId="{F86CCA52-D7E5-44E8-B21B-82F20E124B9C}" dt="2024-11-04T20:24:07.793" v="1699" actId="1076"/>
          <ac:cxnSpMkLst>
            <pc:docMk/>
            <pc:sldMk cId="3150740190" sldId="277"/>
            <ac:cxnSpMk id="2051" creationId="{39FF9DD5-2067-EA9C-FBAF-2E542E0D99D0}"/>
          </ac:cxnSpMkLst>
        </pc:cxnChg>
        <pc:cxnChg chg="add del mod">
          <ac:chgData name="Ashley Suchy" userId="84fe8df9-75e9-4cba-87ac-9a635606ae90" providerId="ADAL" clId="{F86CCA52-D7E5-44E8-B21B-82F20E124B9C}" dt="2024-11-01T15:33:21.671" v="280" actId="478"/>
          <ac:cxnSpMkLst>
            <pc:docMk/>
            <pc:sldMk cId="3150740190" sldId="277"/>
            <ac:cxnSpMk id="2066" creationId="{4FC8F4D9-35A5-2DCD-A14A-8CB4FF2C14AB}"/>
          </ac:cxnSpMkLst>
        </pc:cxnChg>
        <pc:cxnChg chg="add mod">
          <ac:chgData name="Ashley Suchy" userId="84fe8df9-75e9-4cba-87ac-9a635606ae90" providerId="ADAL" clId="{F86CCA52-D7E5-44E8-B21B-82F20E124B9C}" dt="2024-11-04T20:24:07.793" v="1699" actId="1076"/>
          <ac:cxnSpMkLst>
            <pc:docMk/>
            <pc:sldMk cId="3150740190" sldId="277"/>
            <ac:cxnSpMk id="2077" creationId="{96B45293-47F5-E965-24CD-74876E3AB0E9}"/>
          </ac:cxnSpMkLst>
        </pc:cxnChg>
        <pc:cxnChg chg="add mod">
          <ac:chgData name="Ashley Suchy" userId="84fe8df9-75e9-4cba-87ac-9a635606ae90" providerId="ADAL" clId="{F86CCA52-D7E5-44E8-B21B-82F20E124B9C}" dt="2024-11-04T20:24:07.793" v="1699" actId="1076"/>
          <ac:cxnSpMkLst>
            <pc:docMk/>
            <pc:sldMk cId="3150740190" sldId="277"/>
            <ac:cxnSpMk id="2097" creationId="{3B022C22-A1AF-2943-F077-349881222820}"/>
          </ac:cxnSpMkLst>
        </pc:cxnChg>
        <pc:cxnChg chg="add mod">
          <ac:chgData name="Ashley Suchy" userId="84fe8df9-75e9-4cba-87ac-9a635606ae90" providerId="ADAL" clId="{F86CCA52-D7E5-44E8-B21B-82F20E124B9C}" dt="2024-11-04T20:24:07.793" v="1699" actId="1076"/>
          <ac:cxnSpMkLst>
            <pc:docMk/>
            <pc:sldMk cId="3150740190" sldId="277"/>
            <ac:cxnSpMk id="2106" creationId="{2FE6344B-9EAC-A207-9861-01C4565BD296}"/>
          </ac:cxnSpMkLst>
        </pc:cxnChg>
        <pc:cxnChg chg="add mod">
          <ac:chgData name="Ashley Suchy" userId="84fe8df9-75e9-4cba-87ac-9a635606ae90" providerId="ADAL" clId="{F86CCA52-D7E5-44E8-B21B-82F20E124B9C}" dt="2024-11-04T20:24:07.793" v="1699" actId="1076"/>
          <ac:cxnSpMkLst>
            <pc:docMk/>
            <pc:sldMk cId="3150740190" sldId="277"/>
            <ac:cxnSpMk id="2119" creationId="{648371AB-E4C6-DF5B-BDD9-5CCECCC62A67}"/>
          </ac:cxnSpMkLst>
        </pc:cxnChg>
      </pc:sldChg>
    </pc:docChg>
  </pc:docChgLst>
  <pc:docChgLst>
    <pc:chgData name="Nicolas DeMilio" userId="S::demilion1@newpaltz.edu::95ba4d7f-0e81-4609-a752-69224c0e393c" providerId="AD" clId="Web-{514FF6C3-1488-CB6A-BE90-7CD0D85CE422}"/>
    <pc:docChg chg="modSld">
      <pc:chgData name="Nicolas DeMilio" userId="S::demilion1@newpaltz.edu::95ba4d7f-0e81-4609-a752-69224c0e393c" providerId="AD" clId="Web-{514FF6C3-1488-CB6A-BE90-7CD0D85CE422}" dt="2024-10-31T23:13:37.066" v="1" actId="20577"/>
      <pc:docMkLst>
        <pc:docMk/>
      </pc:docMkLst>
      <pc:sldChg chg="modSp">
        <pc:chgData name="Nicolas DeMilio" userId="S::demilion1@newpaltz.edu::95ba4d7f-0e81-4609-a752-69224c0e393c" providerId="AD" clId="Web-{514FF6C3-1488-CB6A-BE90-7CD0D85CE422}" dt="2024-10-31T23:13:37.066" v="1" actId="20577"/>
        <pc:sldMkLst>
          <pc:docMk/>
          <pc:sldMk cId="950018446" sldId="276"/>
        </pc:sldMkLst>
        <pc:spChg chg="mod">
          <ac:chgData name="Nicolas DeMilio" userId="S::demilion1@newpaltz.edu::95ba4d7f-0e81-4609-a752-69224c0e393c" providerId="AD" clId="Web-{514FF6C3-1488-CB6A-BE90-7CD0D85CE422}" dt="2024-10-31T23:13:37.066" v="1" actId="20577"/>
          <ac:spMkLst>
            <pc:docMk/>
            <pc:sldMk cId="950018446" sldId="276"/>
            <ac:spMk id="8" creationId="{6E2FFFF0-2311-429F-90A5-E816A8604094}"/>
          </ac:spMkLst>
        </pc:spChg>
      </pc:sldChg>
    </pc:docChg>
  </pc:docChgLst>
  <pc:docChgLst>
    <pc:chgData name="Nicolas DeMilio" userId="S::demilion1@newpaltz.edu::95ba4d7f-0e81-4609-a752-69224c0e393c" providerId="AD" clId="Web-{1F0C7A0B-3425-BF7E-8A57-821C055F3834}"/>
    <pc:docChg chg="modSld">
      <pc:chgData name="Nicolas DeMilio" userId="S::demilion1@newpaltz.edu::95ba4d7f-0e81-4609-a752-69224c0e393c" providerId="AD" clId="Web-{1F0C7A0B-3425-BF7E-8A57-821C055F3834}" dt="2024-10-31T20:59:34.694" v="763" actId="1076"/>
      <pc:docMkLst>
        <pc:docMk/>
      </pc:docMkLst>
      <pc:sldChg chg="addSp delSp modSp">
        <pc:chgData name="Nicolas DeMilio" userId="S::demilion1@newpaltz.edu::95ba4d7f-0e81-4609-a752-69224c0e393c" providerId="AD" clId="Web-{1F0C7A0B-3425-BF7E-8A57-821C055F3834}" dt="2024-10-31T20:59:34.694" v="763" actId="1076"/>
        <pc:sldMkLst>
          <pc:docMk/>
          <pc:sldMk cId="950018446" sldId="276"/>
        </pc:sldMkLst>
        <pc:spChg chg="mod">
          <ac:chgData name="Nicolas DeMilio" userId="S::demilion1@newpaltz.edu::95ba4d7f-0e81-4609-a752-69224c0e393c" providerId="AD" clId="Web-{1F0C7A0B-3425-BF7E-8A57-821C055F3834}" dt="2024-10-31T20:44:49.441" v="548" actId="14100"/>
          <ac:spMkLst>
            <pc:docMk/>
            <pc:sldMk cId="950018446" sldId="276"/>
            <ac:spMk id="5" creationId="{C20FAD06-7F98-4D7D-9A1B-AAFAB8DA3FEE}"/>
          </ac:spMkLst>
        </pc:spChg>
        <pc:spChg chg="add mod">
          <ac:chgData name="Nicolas DeMilio" userId="S::demilion1@newpaltz.edu::95ba4d7f-0e81-4609-a752-69224c0e393c" providerId="AD" clId="Web-{1F0C7A0B-3425-BF7E-8A57-821C055F3834}" dt="2024-10-31T20:13:19.668" v="31" actId="20577"/>
          <ac:spMkLst>
            <pc:docMk/>
            <pc:sldMk cId="950018446" sldId="276"/>
            <ac:spMk id="6" creationId="{1F6E6DB1-8C67-6A1A-D4F0-D6F0E0E5933C}"/>
          </ac:spMkLst>
        </pc:spChg>
        <pc:spChg chg="add del mod">
          <ac:chgData name="Nicolas DeMilio" userId="S::demilion1@newpaltz.edu::95ba4d7f-0e81-4609-a752-69224c0e393c" providerId="AD" clId="Web-{1F0C7A0B-3425-BF7E-8A57-821C055F3834}" dt="2024-10-31T20:11:26.011" v="12"/>
          <ac:spMkLst>
            <pc:docMk/>
            <pc:sldMk cId="950018446" sldId="276"/>
            <ac:spMk id="7" creationId="{24C12101-B360-90B0-5EF8-C32BFAD92638}"/>
          </ac:spMkLst>
        </pc:spChg>
        <pc:spChg chg="add mod">
          <ac:chgData name="Nicolas DeMilio" userId="S::demilion1@newpaltz.edu::95ba4d7f-0e81-4609-a752-69224c0e393c" providerId="AD" clId="Web-{1F0C7A0B-3425-BF7E-8A57-821C055F3834}" dt="2024-10-31T20:13:39.590" v="37" actId="20577"/>
          <ac:spMkLst>
            <pc:docMk/>
            <pc:sldMk cId="950018446" sldId="276"/>
            <ac:spMk id="8" creationId="{6E2FFFF0-2311-429F-90A5-E816A8604094}"/>
          </ac:spMkLst>
        </pc:spChg>
        <pc:spChg chg="add mod">
          <ac:chgData name="Nicolas DeMilio" userId="S::demilion1@newpaltz.edu::95ba4d7f-0e81-4609-a752-69224c0e393c" providerId="AD" clId="Web-{1F0C7A0B-3425-BF7E-8A57-821C055F3834}" dt="2024-10-31T20:37:38.470" v="371" actId="20577"/>
          <ac:spMkLst>
            <pc:docMk/>
            <pc:sldMk cId="950018446" sldId="276"/>
            <ac:spMk id="9" creationId="{28EF647A-24E2-83BC-DA72-819DEF7886C5}"/>
          </ac:spMkLst>
        </pc:spChg>
        <pc:spChg chg="add del mod">
          <ac:chgData name="Nicolas DeMilio" userId="S::demilion1@newpaltz.edu::95ba4d7f-0e81-4609-a752-69224c0e393c" providerId="AD" clId="Web-{1F0C7A0B-3425-BF7E-8A57-821C055F3834}" dt="2024-10-31T20:31:15.172" v="114"/>
          <ac:spMkLst>
            <pc:docMk/>
            <pc:sldMk cId="950018446" sldId="276"/>
            <ac:spMk id="10" creationId="{8CCCCC91-3B0B-82D6-2B61-1BF749773550}"/>
          </ac:spMkLst>
        </pc:spChg>
        <pc:spChg chg="add mod">
          <ac:chgData name="Nicolas DeMilio" userId="S::demilion1@newpaltz.edu::95ba4d7f-0e81-4609-a752-69224c0e393c" providerId="AD" clId="Web-{1F0C7A0B-3425-BF7E-8A57-821C055F3834}" dt="2024-10-31T20:31:06.844" v="110" actId="20577"/>
          <ac:spMkLst>
            <pc:docMk/>
            <pc:sldMk cId="950018446" sldId="276"/>
            <ac:spMk id="11" creationId="{54864165-0542-A620-D9D4-B49B41643A43}"/>
          </ac:spMkLst>
        </pc:spChg>
        <pc:spChg chg="add del">
          <ac:chgData name="Nicolas DeMilio" userId="S::demilion1@newpaltz.edu::95ba4d7f-0e81-4609-a752-69224c0e393c" providerId="AD" clId="Web-{1F0C7A0B-3425-BF7E-8A57-821C055F3834}" dt="2024-10-31T20:31:41.031" v="123"/>
          <ac:spMkLst>
            <pc:docMk/>
            <pc:sldMk cId="950018446" sldId="276"/>
            <ac:spMk id="12" creationId="{644E08FA-A06B-12A4-54DB-3651323E21E7}"/>
          </ac:spMkLst>
        </pc:spChg>
        <pc:spChg chg="add del mod">
          <ac:chgData name="Nicolas DeMilio" userId="S::demilion1@newpaltz.edu::95ba4d7f-0e81-4609-a752-69224c0e393c" providerId="AD" clId="Web-{1F0C7A0B-3425-BF7E-8A57-821C055F3834}" dt="2024-10-31T20:34:10.032" v="158"/>
          <ac:spMkLst>
            <pc:docMk/>
            <pc:sldMk cId="950018446" sldId="276"/>
            <ac:spMk id="13" creationId="{86470D3D-0A48-416C-BBE6-A754BFDB3F33}"/>
          </ac:spMkLst>
        </pc:spChg>
        <pc:spChg chg="add mod">
          <ac:chgData name="Nicolas DeMilio" userId="S::demilion1@newpaltz.edu::95ba4d7f-0e81-4609-a752-69224c0e393c" providerId="AD" clId="Web-{1F0C7A0B-3425-BF7E-8A57-821C055F3834}" dt="2024-10-31T20:33:53.719" v="154" actId="20577"/>
          <ac:spMkLst>
            <pc:docMk/>
            <pc:sldMk cId="950018446" sldId="276"/>
            <ac:spMk id="14" creationId="{6A0AF29D-7B8F-C2BE-8175-79CA333502D1}"/>
          </ac:spMkLst>
        </pc:spChg>
        <pc:spChg chg="add del mod">
          <ac:chgData name="Nicolas DeMilio" userId="S::demilion1@newpaltz.edu::95ba4d7f-0e81-4609-a752-69224c0e393c" providerId="AD" clId="Web-{1F0C7A0B-3425-BF7E-8A57-821C055F3834}" dt="2024-10-31T20:51:03.536" v="677" actId="20577"/>
          <ac:spMkLst>
            <pc:docMk/>
            <pc:sldMk cId="950018446" sldId="276"/>
            <ac:spMk id="15" creationId="{F585C988-05AA-91B4-23C0-FC0B1AAA76BA}"/>
          </ac:spMkLst>
        </pc:spChg>
        <pc:spChg chg="add del">
          <ac:chgData name="Nicolas DeMilio" userId="S::demilion1@newpaltz.edu::95ba4d7f-0e81-4609-a752-69224c0e393c" providerId="AD" clId="Web-{1F0C7A0B-3425-BF7E-8A57-821C055F3834}" dt="2024-10-31T20:35:46.939" v="211"/>
          <ac:spMkLst>
            <pc:docMk/>
            <pc:sldMk cId="950018446" sldId="276"/>
            <ac:spMk id="16" creationId="{B68F2CD7-D4DE-F472-36AE-EA5E869F3084}"/>
          </ac:spMkLst>
        </pc:spChg>
        <pc:spChg chg="add mod">
          <ac:chgData name="Nicolas DeMilio" userId="S::demilion1@newpaltz.edu::95ba4d7f-0e81-4609-a752-69224c0e393c" providerId="AD" clId="Web-{1F0C7A0B-3425-BF7E-8A57-821C055F3834}" dt="2024-10-31T20:44:50.284" v="550" actId="1076"/>
          <ac:spMkLst>
            <pc:docMk/>
            <pc:sldMk cId="950018446" sldId="276"/>
            <ac:spMk id="17" creationId="{ED8391FA-B947-5929-A977-D692951657A7}"/>
          </ac:spMkLst>
        </pc:spChg>
        <pc:spChg chg="mod">
          <ac:chgData name="Nicolas DeMilio" userId="S::demilion1@newpaltz.edu::95ba4d7f-0e81-4609-a752-69224c0e393c" providerId="AD" clId="Web-{1F0C7A0B-3425-BF7E-8A57-821C055F3834}" dt="2024-10-31T20:59:25.366" v="761" actId="14100"/>
          <ac:spMkLst>
            <pc:docMk/>
            <pc:sldMk cId="950018446" sldId="276"/>
            <ac:spMk id="20" creationId="{2FFCBE85-579B-15D2-830C-EB11442968F7}"/>
          </ac:spMkLst>
        </pc:spChg>
        <pc:spChg chg="mod">
          <ac:chgData name="Nicolas DeMilio" userId="S::demilion1@newpaltz.edu::95ba4d7f-0e81-4609-a752-69224c0e393c" providerId="AD" clId="Web-{1F0C7A0B-3425-BF7E-8A57-821C055F3834}" dt="2024-10-31T20:59:28.741" v="762" actId="20577"/>
          <ac:spMkLst>
            <pc:docMk/>
            <pc:sldMk cId="950018446" sldId="276"/>
            <ac:spMk id="21" creationId="{E1C47F77-4C71-C5C3-074E-9EA599B41143}"/>
          </ac:spMkLst>
        </pc:spChg>
        <pc:spChg chg="mod ord">
          <ac:chgData name="Nicolas DeMilio" userId="S::demilion1@newpaltz.edu::95ba4d7f-0e81-4609-a752-69224c0e393c" providerId="AD" clId="Web-{1F0C7A0B-3425-BF7E-8A57-821C055F3834}" dt="2024-10-31T20:53:23.099" v="699" actId="20577"/>
          <ac:spMkLst>
            <pc:docMk/>
            <pc:sldMk cId="950018446" sldId="276"/>
            <ac:spMk id="22" creationId="{7B46503C-6215-4C70-86EB-A4CFE634235E}"/>
          </ac:spMkLst>
        </pc:spChg>
        <pc:spChg chg="mod">
          <ac:chgData name="Nicolas DeMilio" userId="S::demilion1@newpaltz.edu::95ba4d7f-0e81-4609-a752-69224c0e393c" providerId="AD" clId="Web-{1F0C7A0B-3425-BF7E-8A57-821C055F3834}" dt="2024-10-31T20:44:49.441" v="549" actId="14100"/>
          <ac:spMkLst>
            <pc:docMk/>
            <pc:sldMk cId="950018446" sldId="276"/>
            <ac:spMk id="2058" creationId="{6D1A7C78-03F8-47B2-AC15-044CDBF86AE5}"/>
          </ac:spMkLst>
        </pc:spChg>
        <pc:spChg chg="mod">
          <ac:chgData name="Nicolas DeMilio" userId="S::demilion1@newpaltz.edu::95ba4d7f-0e81-4609-a752-69224c0e393c" providerId="AD" clId="Web-{1F0C7A0B-3425-BF7E-8A57-821C055F3834}" dt="2024-10-31T20:26:41.405" v="51" actId="20577"/>
          <ac:spMkLst>
            <pc:docMk/>
            <pc:sldMk cId="950018446" sldId="276"/>
            <ac:spMk id="2062" creationId="{CE328777-C625-41BF-BC38-ABBA36755B20}"/>
          </ac:spMkLst>
        </pc:spChg>
        <pc:spChg chg="del mod">
          <ac:chgData name="Nicolas DeMilio" userId="S::demilion1@newpaltz.edu::95ba4d7f-0e81-4609-a752-69224c0e393c" providerId="AD" clId="Web-{1F0C7A0B-3425-BF7E-8A57-821C055F3834}" dt="2024-10-31T20:28:09.171" v="68"/>
          <ac:spMkLst>
            <pc:docMk/>
            <pc:sldMk cId="950018446" sldId="276"/>
            <ac:spMk id="2064" creationId="{FFC171BE-384E-40CF-B2FC-DBBC90EB67CD}"/>
          </ac:spMkLst>
        </pc:spChg>
        <pc:spChg chg="mod">
          <ac:chgData name="Nicolas DeMilio" userId="S::demilion1@newpaltz.edu::95ba4d7f-0e81-4609-a752-69224c0e393c" providerId="AD" clId="Web-{1F0C7A0B-3425-BF7E-8A57-821C055F3834}" dt="2024-10-31T20:31:28.610" v="121" actId="20577"/>
          <ac:spMkLst>
            <pc:docMk/>
            <pc:sldMk cId="950018446" sldId="276"/>
            <ac:spMk id="2065" creationId="{0C81DD51-76DF-4584-A411-E8559B4FE0C0}"/>
          </ac:spMkLst>
        </pc:spChg>
        <pc:spChg chg="del">
          <ac:chgData name="Nicolas DeMilio" userId="S::demilion1@newpaltz.edu::95ba4d7f-0e81-4609-a752-69224c0e393c" providerId="AD" clId="Web-{1F0C7A0B-3425-BF7E-8A57-821C055F3834}" dt="2024-10-31T20:28:03.546" v="66"/>
          <ac:spMkLst>
            <pc:docMk/>
            <pc:sldMk cId="950018446" sldId="276"/>
            <ac:spMk id="2067" creationId="{3461753A-473E-4AAF-A0F4-9990A8B5A64A}"/>
          </ac:spMkLst>
        </pc:spChg>
        <pc:spChg chg="mod">
          <ac:chgData name="Nicolas DeMilio" userId="S::demilion1@newpaltz.edu::95ba4d7f-0e81-4609-a752-69224c0e393c" providerId="AD" clId="Web-{1F0C7A0B-3425-BF7E-8A57-821C055F3834}" dt="2024-10-31T20:28:27.781" v="70" actId="14100"/>
          <ac:spMkLst>
            <pc:docMk/>
            <pc:sldMk cId="950018446" sldId="276"/>
            <ac:spMk id="2068" creationId="{DBF70623-6F7C-41FC-83E1-E1FAC672B51D}"/>
          </ac:spMkLst>
        </pc:spChg>
        <pc:spChg chg="del mod">
          <ac:chgData name="Nicolas DeMilio" userId="S::demilion1@newpaltz.edu::95ba4d7f-0e81-4609-a752-69224c0e393c" providerId="AD" clId="Web-{1F0C7A0B-3425-BF7E-8A57-821C055F3834}" dt="2024-10-31T20:28:43.328" v="73"/>
          <ac:spMkLst>
            <pc:docMk/>
            <pc:sldMk cId="950018446" sldId="276"/>
            <ac:spMk id="2069" creationId="{C23A59EB-3D88-4645-AE05-EB76E08B1E54}"/>
          </ac:spMkLst>
        </pc:spChg>
        <pc:grpChg chg="add mod">
          <ac:chgData name="Nicolas DeMilio" userId="S::demilion1@newpaltz.edu::95ba4d7f-0e81-4609-a752-69224c0e393c" providerId="AD" clId="Web-{1F0C7A0B-3425-BF7E-8A57-821C055F3834}" dt="2024-10-31T20:45:47.847" v="554" actId="1076"/>
          <ac:grpSpMkLst>
            <pc:docMk/>
            <pc:sldMk cId="950018446" sldId="276"/>
            <ac:grpSpMk id="18" creationId="{EC112558-FF69-C757-5EC6-63E96FFE025A}"/>
          </ac:grpSpMkLst>
        </pc:grpChg>
        <pc:grpChg chg="add mod">
          <ac:chgData name="Nicolas DeMilio" userId="S::demilion1@newpaltz.edu::95ba4d7f-0e81-4609-a752-69224c0e393c" providerId="AD" clId="Web-{1F0C7A0B-3425-BF7E-8A57-821C055F3834}" dt="2024-10-31T20:59:34.694" v="763" actId="1076"/>
          <ac:grpSpMkLst>
            <pc:docMk/>
            <pc:sldMk cId="950018446" sldId="276"/>
            <ac:grpSpMk id="19" creationId="{D22498B4-2978-0C98-CA3D-F0DA19346556}"/>
          </ac:grpSpMkLst>
        </pc:grpChg>
      </pc:sldChg>
    </pc:docChg>
  </pc:docChgLst>
  <pc:docChgLst>
    <pc:chgData name="Brian Abbott" userId="S::abbottb1@newpaltz.edu::1dbaa48b-abc9-4bf9-a613-459b8f297da2" providerId="AD" clId="Web-{96CBC35D-1399-D94B-B89C-69E94A51EC56}"/>
    <pc:docChg chg="modSld">
      <pc:chgData name="Brian Abbott" userId="S::abbottb1@newpaltz.edu::1dbaa48b-abc9-4bf9-a613-459b8f297da2" providerId="AD" clId="Web-{96CBC35D-1399-D94B-B89C-69E94A51EC56}" dt="2024-11-04T22:25:25.263" v="1" actId="20577"/>
      <pc:docMkLst>
        <pc:docMk/>
      </pc:docMkLst>
      <pc:sldChg chg="modSp">
        <pc:chgData name="Brian Abbott" userId="S::abbottb1@newpaltz.edu::1dbaa48b-abc9-4bf9-a613-459b8f297da2" providerId="AD" clId="Web-{96CBC35D-1399-D94B-B89C-69E94A51EC56}" dt="2024-11-04T22:25:25.263" v="1" actId="20577"/>
        <pc:sldMkLst>
          <pc:docMk/>
          <pc:sldMk cId="3150740190" sldId="277"/>
        </pc:sldMkLst>
        <pc:spChg chg="mod">
          <ac:chgData name="Brian Abbott" userId="S::abbottb1@newpaltz.edu::1dbaa48b-abc9-4bf9-a613-459b8f297da2" providerId="AD" clId="Web-{96CBC35D-1399-D94B-B89C-69E94A51EC56}" dt="2024-11-04T22:25:25.263" v="1" actId="20577"/>
          <ac:spMkLst>
            <pc:docMk/>
            <pc:sldMk cId="3150740190" sldId="277"/>
            <ac:spMk id="6" creationId="{50BECF6F-8009-0858-307C-6DE75A28EF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E6B28-3DE3-42BF-951E-F1C85EED5018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2413" y="1143000"/>
            <a:ext cx="38131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C0F70-6A6F-49F1-A0EB-F3DEC50BF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14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9658351"/>
            <a:ext cx="32644080" cy="66643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720" y="17618075"/>
            <a:ext cx="26883360" cy="79438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C18762-D4F4-46BD-A9F4-62286A4E56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2F044DA-D1A6-4672-BFB6-EAA20781EE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FFF4D7F-F2AF-47CD-B63F-13ECD0E348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D77DD8-7423-40C7-A6EA-89FCEB8A28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647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EE1BFE-BA66-434E-9886-8F58E02008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7AF72B-9CAC-4071-BA36-04220C2463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61670D-B4AC-4EE7-9D3B-F9D5F53B36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B8889-0188-4C71-B42A-0DEAB08EEA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6807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713" y="19978689"/>
            <a:ext cx="32644080" cy="617378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33713" y="13177838"/>
            <a:ext cx="32644080" cy="68008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EEC3DE-65F5-43FD-8A60-24E1C346A0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1F3267F-F27F-488B-9348-DDC42DFB87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4DE0C9-414B-4A7B-8CD4-DB18CDB993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9F6537-7002-4681-A352-CC0353A033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1940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80360" y="8982076"/>
            <a:ext cx="16242030" cy="18653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82410" y="8982076"/>
            <a:ext cx="16242030" cy="18653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A1CDD2-354F-4C78-8D2A-1C49309415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ED657-84C1-48FA-92BE-28130A5117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02AB89-8F4D-42B5-9E8C-8857BBE0DC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65D0A5-6B53-402A-82D6-E861A1E7AC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23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0" y="1244600"/>
            <a:ext cx="34564320" cy="5181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6959601"/>
            <a:ext cx="16968788" cy="29003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0" y="9859963"/>
            <a:ext cx="16968788" cy="17911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509105" y="6959601"/>
            <a:ext cx="16975455" cy="29003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509105" y="9859963"/>
            <a:ext cx="16975455" cy="17911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435C6C-B771-44F5-A554-F8BE1B1ABB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BE9488B-C8F3-4A0D-8F93-6619C93E769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E87F698-A5D5-4461-9E7A-1B118EF94E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E3625-00BE-443D-A424-2BF59C69A2B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22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2EE8DFA9-9C3A-47ED-9D75-186FFF66A9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A1BF73F-82C3-45F1-8306-2876B80D96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8EBEF73-9BDC-453D-8D2D-399AED3173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DEAEE0-30EC-4C18-A274-9A76A5F444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8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D5B4698-ED12-4BDC-86D2-77474F1106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9189DE3-2102-40A7-BF82-A24BE9E0EF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F19ED61-C9EE-419F-A8CB-7C092EB4ED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84493-0BB6-4E79-A7E4-D93EB75939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941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0" y="1238251"/>
            <a:ext cx="12634913" cy="52673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5210" y="1238251"/>
            <a:ext cx="21469350" cy="265334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0" y="6505575"/>
            <a:ext cx="12634913" cy="21266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A536C-D147-449F-921F-8F5A8A45A3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A648B8-C414-4A92-BD1D-E6801EE62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C9FA10-1D83-41C3-9F2C-64A1B60F67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40649-E731-4D7B-B83B-9589ECE5633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7258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7608" y="21763039"/>
            <a:ext cx="23042880" cy="25685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527608" y="2778126"/>
            <a:ext cx="23042880" cy="186531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27608" y="24331613"/>
            <a:ext cx="23042880" cy="3649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AC585C-56CF-48A6-B933-A0286DA90A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51C4F2-042A-4990-A49C-9E0EB872F5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B69497-ABE8-465A-9742-42652CE05D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37C2E7-F57F-4544-B056-414F3B67D5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51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836B4D-5B7B-475B-9C66-C91BA69365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E6773A-7148-404E-8386-A8C3BED50A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AF8A52-867E-4AA9-9141-BE3BD42662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C938C4-10CA-4C87-A899-BD6654FF383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4669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7363420" y="2763838"/>
            <a:ext cx="8161020" cy="24871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80360" y="2763838"/>
            <a:ext cx="24323040" cy="24871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CE71965-DD96-464F-8C63-02AA3D4D29A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D16228-2EF2-4778-B227-8CC590D5A71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BC16BC-348C-44C9-B43C-23C83E260F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25ADAE-2194-49E7-949E-9B4D8E1A9B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351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9685" y="1244424"/>
            <a:ext cx="34565431" cy="5181600"/>
          </a:xfrm>
        </p:spPr>
        <p:txBody>
          <a:bodyPr/>
          <a:lstStyle>
            <a:defPPr>
              <a:defRPr kern="1200" smtId="4294967295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919686" y="7253642"/>
            <a:ext cx="17216041" cy="20519496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19269076" y="7253642"/>
            <a:ext cx="17216041" cy="20519496"/>
          </a:xfrm>
        </p:spPr>
        <p:txBody>
          <a:bodyPr/>
          <a:lstStyle>
            <a:defPPr>
              <a:defRPr kern="1200" smtId="4294967295"/>
            </a:defPPr>
          </a:lstStyle>
          <a:p>
            <a:pPr lvl="0"/>
            <a:endParaRPr lang="en-US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 smtId="4294967295"/>
            </a:defPPr>
            <a:lvl1pPr>
              <a:defRPr/>
            </a:lvl1pPr>
          </a:lstStyle>
          <a:p>
            <a:pPr>
              <a:defRPr/>
            </a:pPr>
            <a:fld id="{4FA04B66-8F62-42BD-B0EA-2923AA341B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308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262CB59-2F7F-4958-B1E6-ACE5EAE3C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79725" y="2763838"/>
            <a:ext cx="3264535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86654" tIns="193327" rIns="386654" bIns="193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7E6AAE1-2DE7-4664-ACCF-734D5D5825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79725" y="8982075"/>
            <a:ext cx="32645350" cy="1865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86654" tIns="193327" rIns="386654" bIns="19332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F3A20F5-BC3F-4866-BCA4-068556DEA2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879725" y="28325763"/>
            <a:ext cx="8001000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86654" tIns="193327" rIns="386654" bIns="193327" numCol="1" anchor="t" anchorCtr="0" compatLnSpc="1">
            <a:prstTxWarp prst="textNoShape">
              <a:avLst/>
            </a:prstTxWarp>
          </a:bodyPr>
          <a:lstStyle>
            <a:lvl1pPr defTabSz="3867150">
              <a:defRPr sz="59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F0F12FC-9207-41A1-9CEA-8E79BAC85D1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3122275" y="28325763"/>
            <a:ext cx="12160250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86654" tIns="193327" rIns="386654" bIns="193327" numCol="1" anchor="t" anchorCtr="0" compatLnSpc="1">
            <a:prstTxWarp prst="textNoShape">
              <a:avLst/>
            </a:prstTxWarp>
          </a:bodyPr>
          <a:lstStyle>
            <a:lvl1pPr algn="ctr" defTabSz="3867150">
              <a:defRPr sz="59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6A7FDD7-2E41-4045-9871-2B97C9717F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7524075" y="28325763"/>
            <a:ext cx="8001000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/>
          </a:extLst>
        </p:spPr>
        <p:txBody>
          <a:bodyPr vert="horz" wrap="square" lIns="386654" tIns="193327" rIns="386654" bIns="193327" numCol="1" anchor="t" anchorCtr="0" compatLnSpc="1">
            <a:prstTxWarp prst="textNoShape">
              <a:avLst/>
            </a:prstTxWarp>
          </a:bodyPr>
          <a:lstStyle>
            <a:lvl1pPr algn="r" defTabSz="3867150">
              <a:defRPr sz="5900" smtClean="0"/>
            </a:lvl1pPr>
          </a:lstStyle>
          <a:p>
            <a:pPr>
              <a:defRPr/>
            </a:pPr>
            <a:fld id="{2B53D41B-FD16-41CD-A1D5-564E475895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867150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defTabSz="3867150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" charset="0"/>
          <a:ea typeface="MS PGothic" pitchFamily="34" charset="-128"/>
          <a:cs typeface="ＭＳ Ｐゴシック" charset="0"/>
        </a:defRPr>
      </a:lvl2pPr>
      <a:lvl3pPr algn="ctr" defTabSz="3867150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" charset="0"/>
          <a:ea typeface="MS PGothic" pitchFamily="34" charset="-128"/>
          <a:cs typeface="ＭＳ Ｐゴシック" charset="0"/>
        </a:defRPr>
      </a:lvl3pPr>
      <a:lvl4pPr algn="ctr" defTabSz="3867150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" charset="0"/>
          <a:ea typeface="MS PGothic" pitchFamily="34" charset="-128"/>
          <a:cs typeface="ＭＳ Ｐゴシック" charset="0"/>
        </a:defRPr>
      </a:lvl4pPr>
      <a:lvl5pPr algn="ctr" defTabSz="3867150" rtl="0" eaLnBrk="0" fontAlgn="base" hangingPunct="0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" charset="0"/>
          <a:ea typeface="MS PGothic" pitchFamily="34" charset="-128"/>
          <a:cs typeface="ＭＳ Ｐゴシック" charset="0"/>
        </a:defRPr>
      </a:lvl5pPr>
      <a:lvl6pPr marL="457200" algn="ctr" defTabSz="3867150" rtl="0" fontAlgn="base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" charset="0"/>
          <a:ea typeface="ＭＳ Ｐゴシック" charset="0"/>
        </a:defRPr>
      </a:lvl6pPr>
      <a:lvl7pPr marL="914400" algn="ctr" defTabSz="3867150" rtl="0" fontAlgn="base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" charset="0"/>
          <a:ea typeface="ＭＳ Ｐゴシック" charset="0"/>
        </a:defRPr>
      </a:lvl7pPr>
      <a:lvl8pPr marL="1371600" algn="ctr" defTabSz="3867150" rtl="0" fontAlgn="base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" charset="0"/>
          <a:ea typeface="ＭＳ Ｐゴシック" charset="0"/>
        </a:defRPr>
      </a:lvl8pPr>
      <a:lvl9pPr marL="1828800" algn="ctr" defTabSz="3867150" rtl="0" fontAlgn="base">
        <a:spcBef>
          <a:spcPct val="0"/>
        </a:spcBef>
        <a:spcAft>
          <a:spcPct val="0"/>
        </a:spcAft>
        <a:defRPr sz="18600">
          <a:solidFill>
            <a:schemeClr val="tx2"/>
          </a:solidFill>
          <a:latin typeface="Times" charset="0"/>
          <a:ea typeface="ＭＳ Ｐゴシック" charset="0"/>
        </a:defRPr>
      </a:lvl9pPr>
    </p:titleStyle>
    <p:bodyStyle>
      <a:lvl1pPr marL="1449388" indent="-1449388" algn="l" defTabSz="3867150" rtl="0" eaLnBrk="0" fontAlgn="base" hangingPunct="0">
        <a:spcBef>
          <a:spcPct val="20000"/>
        </a:spcBef>
        <a:spcAft>
          <a:spcPct val="0"/>
        </a:spcAft>
        <a:buChar char="•"/>
        <a:defRPr sz="135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3141663" indent="-1208088" algn="l" defTabSz="3867150" rtl="0" eaLnBrk="0" fontAlgn="base" hangingPunct="0">
        <a:spcBef>
          <a:spcPct val="20000"/>
        </a:spcBef>
        <a:spcAft>
          <a:spcPct val="0"/>
        </a:spcAft>
        <a:buChar char="–"/>
        <a:defRPr sz="11800">
          <a:solidFill>
            <a:schemeClr val="tx1"/>
          </a:solidFill>
          <a:latin typeface="+mn-lt"/>
          <a:ea typeface="MS PGothic" pitchFamily="34" charset="-128"/>
        </a:defRPr>
      </a:lvl2pPr>
      <a:lvl3pPr marL="4833938" indent="-966788" algn="l" defTabSz="3867150" rtl="0" eaLnBrk="0" fontAlgn="base" hangingPunct="0">
        <a:spcBef>
          <a:spcPct val="20000"/>
        </a:spcBef>
        <a:spcAft>
          <a:spcPct val="0"/>
        </a:spcAft>
        <a:buChar char="•"/>
        <a:defRPr sz="10100">
          <a:solidFill>
            <a:schemeClr val="tx1"/>
          </a:solidFill>
          <a:latin typeface="+mn-lt"/>
          <a:ea typeface="MS PGothic" pitchFamily="34" charset="-128"/>
        </a:defRPr>
      </a:lvl3pPr>
      <a:lvl4pPr marL="6765925" indent="-966788" algn="l" defTabSz="3867150" rtl="0" eaLnBrk="0" fontAlgn="base" hangingPunct="0">
        <a:spcBef>
          <a:spcPct val="20000"/>
        </a:spcBef>
        <a:spcAft>
          <a:spcPct val="0"/>
        </a:spcAft>
        <a:buChar char="–"/>
        <a:defRPr sz="8500">
          <a:solidFill>
            <a:schemeClr val="tx1"/>
          </a:solidFill>
          <a:latin typeface="+mn-lt"/>
          <a:ea typeface="MS PGothic" pitchFamily="34" charset="-128"/>
        </a:defRPr>
      </a:lvl4pPr>
      <a:lvl5pPr marL="8699500" indent="-966788" algn="l" defTabSz="3867150" rtl="0" eaLnBrk="0" fontAlgn="base" hangingPunct="0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  <a:ea typeface="MS PGothic" pitchFamily="34" charset="-128"/>
        </a:defRPr>
      </a:lvl5pPr>
      <a:lvl6pPr marL="9156700" indent="-966788" algn="l" defTabSz="3867150" rtl="0" fontAlgn="base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  <a:ea typeface="+mn-ea"/>
        </a:defRPr>
      </a:lvl6pPr>
      <a:lvl7pPr marL="9613900" indent="-966788" algn="l" defTabSz="3867150" rtl="0" fontAlgn="base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  <a:ea typeface="+mn-ea"/>
        </a:defRPr>
      </a:lvl7pPr>
      <a:lvl8pPr marL="10071100" indent="-966788" algn="l" defTabSz="3867150" rtl="0" fontAlgn="base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  <a:ea typeface="+mn-ea"/>
        </a:defRPr>
      </a:lvl8pPr>
      <a:lvl9pPr marL="10528300" indent="-966788" algn="l" defTabSz="3867150" rtl="0" fontAlgn="base">
        <a:spcBef>
          <a:spcPct val="20000"/>
        </a:spcBef>
        <a:spcAft>
          <a:spcPct val="0"/>
        </a:spcAft>
        <a:buChar char="»"/>
        <a:defRPr sz="8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Text Box 5">
            <a:extLst>
              <a:ext uri="{FF2B5EF4-FFF2-40B4-BE49-F238E27FC236}">
                <a16:creationId xmlns:a16="http://schemas.microsoft.com/office/drawing/2014/main" id="{26A39CEA-BCC4-4B2B-8213-6FFFBFC785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866" y="997743"/>
            <a:ext cx="29365575" cy="143351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8800" b="1" dirty="0">
                <a:solidFill>
                  <a:srgbClr val="F58426"/>
                </a:solidFill>
                <a:latin typeface="Times" charset="0"/>
                <a:ea typeface="ＭＳ Ｐゴシック" charset="0"/>
              </a:rPr>
              <a:t>Credit Card Fraud Detection System</a:t>
            </a:r>
            <a:endParaRPr lang="en-US" b="1" dirty="0">
              <a:solidFill>
                <a:srgbClr val="F58426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54" name="Text Box 6">
            <a:extLst>
              <a:ext uri="{FF2B5EF4-FFF2-40B4-BE49-F238E27FC236}">
                <a16:creationId xmlns:a16="http://schemas.microsoft.com/office/drawing/2014/main" id="{ED792E08-5ACE-46FD-BA6A-7792AFB4E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464" y="2430717"/>
            <a:ext cx="29365575" cy="10156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  <a:ea typeface="MS PGothic" pitchFamily="34" charset="-128"/>
              </a:defRPr>
            </a:lvl9pPr>
          </a:lstStyle>
          <a:p>
            <a:pPr algn="ctr">
              <a:defRPr/>
            </a:pPr>
            <a:r>
              <a:rPr lang="en-US" altLang="en-US" sz="6000" dirty="0">
                <a:solidFill>
                  <a:srgbClr val="F58426"/>
                </a:solidFill>
              </a:rPr>
              <a:t>John Cavanaugh, Matthew Todaro, Derek Mendez</a:t>
            </a:r>
          </a:p>
        </p:txBody>
      </p:sp>
      <p:sp>
        <p:nvSpPr>
          <p:cNvPr id="2055" name="Text Box 7">
            <a:extLst>
              <a:ext uri="{FF2B5EF4-FFF2-40B4-BE49-F238E27FC236}">
                <a16:creationId xmlns:a16="http://schemas.microsoft.com/office/drawing/2014/main" id="{A4507E0F-A44A-4A69-8B8A-50794C2A7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3786" y="3847998"/>
            <a:ext cx="93197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5400" b="1" dirty="0">
                <a:solidFill>
                  <a:srgbClr val="F58426"/>
                </a:solidFill>
                <a:latin typeface="Times" charset="0"/>
                <a:ea typeface="ＭＳ Ｐゴシック" charset="0"/>
              </a:rPr>
              <a:t>Project Goals:</a:t>
            </a:r>
            <a:endParaRPr lang="en-US" sz="3600" dirty="0">
              <a:solidFill>
                <a:srgbClr val="F58426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21377D2C-A7EB-4054-ABA6-238B3D36B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66687" y="3725197"/>
            <a:ext cx="10880725" cy="15284008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3D7E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6D1A7C78-03F8-47B2-AC15-044CDBF86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89000" y="15777930"/>
            <a:ext cx="11585067" cy="1429176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3D7E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60" name="Text Box 12">
            <a:extLst>
              <a:ext uri="{FF2B5EF4-FFF2-40B4-BE49-F238E27FC236}">
                <a16:creationId xmlns:a16="http://schemas.microsoft.com/office/drawing/2014/main" id="{194500AE-940B-4BEA-95BB-EB0F741B8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0954" y="19549082"/>
            <a:ext cx="8232722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5400" b="1" dirty="0">
                <a:solidFill>
                  <a:srgbClr val="F58426"/>
                </a:solidFill>
                <a:latin typeface="Times" charset="0"/>
                <a:ea typeface="ＭＳ Ｐゴシック" charset="0"/>
              </a:rPr>
              <a:t>Technology/Materials Used</a:t>
            </a:r>
          </a:p>
          <a:p>
            <a:pPr>
              <a:spcBef>
                <a:spcPct val="50000"/>
              </a:spcBef>
              <a:defRPr/>
            </a:pPr>
            <a:endParaRPr lang="en-US" sz="5400" b="1" dirty="0">
              <a:solidFill>
                <a:srgbClr val="F58426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5E0954FF-B36A-4B77-9055-B38517ED0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88" y="19455890"/>
            <a:ext cx="10563226" cy="106138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3D7E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62" name="Text Box 14">
            <a:extLst>
              <a:ext uri="{FF2B5EF4-FFF2-40B4-BE49-F238E27FC236}">
                <a16:creationId xmlns:a16="http://schemas.microsoft.com/office/drawing/2014/main" id="{CE328777-C625-41BF-BC38-ABBA36755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62503" y="16116092"/>
            <a:ext cx="704215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5400" b="1" dirty="0">
                <a:solidFill>
                  <a:srgbClr val="F58426"/>
                </a:solidFill>
                <a:latin typeface="Times"/>
                <a:ea typeface="ＭＳ Ｐゴシック"/>
                <a:cs typeface="Times"/>
              </a:rPr>
              <a:t>System Diagram:</a:t>
            </a:r>
            <a:endParaRPr lang="en-US" dirty="0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1B5A013E-E975-4C80-857F-76908A83D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88" y="3725196"/>
            <a:ext cx="10563225" cy="835519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3D7E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2065" name="Text Box 17">
            <a:extLst>
              <a:ext uri="{FF2B5EF4-FFF2-40B4-BE49-F238E27FC236}">
                <a16:creationId xmlns:a16="http://schemas.microsoft.com/office/drawing/2014/main" id="{0C81DD51-76DF-4584-A411-E8559B4FE0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93713" y="4003848"/>
            <a:ext cx="7038975" cy="92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5400" b="1" dirty="0">
                <a:solidFill>
                  <a:srgbClr val="F58426"/>
                </a:solidFill>
                <a:latin typeface="Times"/>
                <a:ea typeface="ＭＳ Ｐゴシック"/>
                <a:cs typeface="Times"/>
              </a:rPr>
              <a:t>Walk Through</a:t>
            </a:r>
            <a:endParaRPr lang="en-US" dirty="0"/>
          </a:p>
        </p:txBody>
      </p:sp>
      <p:sp>
        <p:nvSpPr>
          <p:cNvPr id="2068" name="Rectangle 20">
            <a:extLst>
              <a:ext uri="{FF2B5EF4-FFF2-40B4-BE49-F238E27FC236}">
                <a16:creationId xmlns:a16="http://schemas.microsoft.com/office/drawing/2014/main" id="{DBF70623-6F7C-41FC-83E1-E1FAC672B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8483" y="19455890"/>
            <a:ext cx="10880725" cy="10613802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3D7E"/>
              </a:solidFill>
              <a:latin typeface="Times" charset="0"/>
              <a:ea typeface="ＭＳ Ｐゴシック" charset="0"/>
            </a:endParaRPr>
          </a:p>
        </p:txBody>
      </p:sp>
      <p:pic>
        <p:nvPicPr>
          <p:cNvPr id="2" name="Picture 2" descr="nplogo.pdf">
            <a:extLst>
              <a:ext uri="{FF2B5EF4-FFF2-40B4-BE49-F238E27FC236}">
                <a16:creationId xmlns:a16="http://schemas.microsoft.com/office/drawing/2014/main" id="{10FB3BC2-68A4-4594-B82D-F64DA8BAB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7088" y="1405794"/>
            <a:ext cx="6242050" cy="191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4AF4EEDD-D3E6-4AE8-9194-E177AFAB6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063" y="320675"/>
            <a:ext cx="1873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MS PGothic" panose="020B0600070205080204" pitchFamily="34" charset="-128"/>
              </a:defRPr>
            </a:lvl9pPr>
          </a:lstStyle>
          <a:p>
            <a:endParaRPr lang="en-US" altLang="en-US">
              <a:solidFill>
                <a:srgbClr val="003D7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0FAD06-7F98-4D7D-9A1B-AAFAB8DA3FEE}"/>
              </a:ext>
            </a:extLst>
          </p:cNvPr>
          <p:cNvSpPr/>
          <p:nvPr/>
        </p:nvSpPr>
        <p:spPr bwMode="auto">
          <a:xfrm>
            <a:off x="304800" y="320674"/>
            <a:ext cx="37719000" cy="30448251"/>
          </a:xfrm>
          <a:prstGeom prst="rect">
            <a:avLst/>
          </a:prstGeom>
          <a:noFill/>
          <a:ln w="635000" cap="sq" cmpd="sng" algn="ctr">
            <a:solidFill>
              <a:srgbClr val="003D7E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charset="0"/>
              <a:ea typeface="ＭＳ Ｐゴシック" charset="0"/>
            </a:endParaRPr>
          </a:p>
        </p:txBody>
      </p:sp>
      <p:sp>
        <p:nvSpPr>
          <p:cNvPr id="11" name="Text Box 17">
            <a:extLst>
              <a:ext uri="{FF2B5EF4-FFF2-40B4-BE49-F238E27FC236}">
                <a16:creationId xmlns:a16="http://schemas.microsoft.com/office/drawing/2014/main" id="{54864165-0542-A620-D9D4-B49B41643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23321" y="19659090"/>
            <a:ext cx="703897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1440" tIns="45720" rIns="91440" bIns="45720" anchor="t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5400" b="1" dirty="0">
                <a:solidFill>
                  <a:srgbClr val="F58426"/>
                </a:solidFill>
                <a:latin typeface="Times"/>
                <a:ea typeface="ＭＳ Ｐゴシック"/>
                <a:cs typeface="Times"/>
              </a:rPr>
              <a:t>Future Improvements: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85C988-05AA-91B4-23C0-FC0B1AAA76BA}"/>
              </a:ext>
            </a:extLst>
          </p:cNvPr>
          <p:cNvSpPr txBox="1"/>
          <p:nvPr/>
        </p:nvSpPr>
        <p:spPr>
          <a:xfrm>
            <a:off x="25755645" y="4861651"/>
            <a:ext cx="10341625" cy="141885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 dirty="0">
                <a:solidFill>
                  <a:schemeClr val="tx2"/>
                </a:solidFill>
              </a:rPr>
              <a:t>Start by uploading a user-provided CSV transaction file.</a:t>
            </a:r>
          </a:p>
          <a:p>
            <a:pPr marL="571500" indent="-571500">
              <a:buFont typeface="Arial"/>
              <a:buChar char="•"/>
            </a:pPr>
            <a:endParaRPr lang="en-US" sz="4400" dirty="0">
              <a:solidFill>
                <a:schemeClr val="tx2"/>
              </a:solidFill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>
                <a:solidFill>
                  <a:schemeClr val="tx2"/>
                </a:solidFill>
                <a:latin typeface="Times"/>
                <a:ea typeface="MS PGothic"/>
                <a:cs typeface="Times"/>
              </a:rPr>
              <a:t>Optionally, generate synthetic transaction data, and upload that instead</a:t>
            </a:r>
            <a:endParaRPr lang="en-US" sz="4200" dirty="0">
              <a:solidFill>
                <a:schemeClr val="tx2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Send the transaction data from the dashboard to the backend through an API request for processing.</a:t>
            </a:r>
          </a:p>
          <a:p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Process the data using a logistic regression machine learning model to evaluate each transaction and determine the likelihood of fraud.</a:t>
            </a:r>
          </a:p>
          <a:p>
            <a:endParaRPr lang="en-US" sz="4200" dirty="0">
              <a:solidFill>
                <a:srgbClr val="003D7E"/>
              </a:solidFill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Return the prediction results, including flagged fraudulent transactions and associated confidence scores.</a:t>
            </a:r>
          </a:p>
          <a:p>
            <a:endParaRPr lang="en-US" sz="4200" dirty="0">
              <a:solidFill>
                <a:srgbClr val="003D7E"/>
              </a:solidFill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Display the results in the dashboard using charts, summaries, and visualizations</a:t>
            </a:r>
            <a:endParaRPr lang="en-US" sz="4200" dirty="0">
              <a:solidFill>
                <a:srgbClr val="003D7E"/>
              </a:solidFill>
              <a:cs typeface="Time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22498B4-2978-0C98-CA3D-F0DA19346556}"/>
              </a:ext>
            </a:extLst>
          </p:cNvPr>
          <p:cNvGrpSpPr/>
          <p:nvPr/>
        </p:nvGrpSpPr>
        <p:grpSpPr>
          <a:xfrm>
            <a:off x="17954136" y="17403869"/>
            <a:ext cx="6618267" cy="2492838"/>
            <a:chOff x="14846782" y="8910649"/>
            <a:chExt cx="4417220" cy="423369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FFCBE85-579B-15D2-830C-EB11442968F7}"/>
                </a:ext>
              </a:extLst>
            </p:cNvPr>
            <p:cNvSpPr/>
            <p:nvPr/>
          </p:nvSpPr>
          <p:spPr bwMode="auto">
            <a:xfrm>
              <a:off x="14856333" y="8910649"/>
              <a:ext cx="4407669" cy="413348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1C47F77-4C71-C5C3-074E-9EA599B41143}"/>
                </a:ext>
              </a:extLst>
            </p:cNvPr>
            <p:cNvSpPr txBox="1"/>
            <p:nvPr/>
          </p:nvSpPr>
          <p:spPr>
            <a:xfrm>
              <a:off x="14846782" y="9458321"/>
              <a:ext cx="4407669" cy="368601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1"/>
              <a:r>
                <a:rPr lang="en-US" sz="4200" dirty="0">
                  <a:cs typeface="Times"/>
                </a:rPr>
                <a:t>               User:</a:t>
              </a:r>
            </a:p>
            <a:p>
              <a:pPr lvl="1"/>
              <a:r>
                <a:rPr lang="en-US" sz="4200" dirty="0">
                  <a:cs typeface="Times"/>
                </a:rPr>
                <a:t>Generate transaction data</a:t>
              </a:r>
            </a:p>
            <a:p>
              <a:pPr lvl="1"/>
              <a:r>
                <a:rPr lang="en-US" sz="4200" dirty="0">
                  <a:cs typeface="Times"/>
                </a:rPr>
                <a:t>Or Choose own CSV </a:t>
              </a:r>
            </a:p>
            <a:p>
              <a:pPr lvl="1"/>
              <a:r>
                <a:rPr lang="en-US" sz="4200" dirty="0">
                  <a:cs typeface="Times"/>
                </a:rPr>
                <a:t>          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06BF6E8-F9E6-4C8F-DF0B-625B0996D567}"/>
              </a:ext>
            </a:extLst>
          </p:cNvPr>
          <p:cNvSpPr txBox="1"/>
          <p:nvPr/>
        </p:nvSpPr>
        <p:spPr>
          <a:xfrm>
            <a:off x="2348312" y="20580251"/>
            <a:ext cx="9894313" cy="101566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 b="1" dirty="0"/>
              <a:t>Python(</a:t>
            </a:r>
            <a:r>
              <a:rPr lang="en-US" sz="4400" b="1" dirty="0" err="1"/>
              <a:t>sckit</a:t>
            </a:r>
            <a:r>
              <a:rPr lang="en-US" sz="4400" b="1" dirty="0"/>
              <a:t>-learn):</a:t>
            </a:r>
            <a:r>
              <a:rPr lang="en-US" sz="4400" dirty="0"/>
              <a:t> To construct logistic regression machine learning model and doing inference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b="1" dirty="0"/>
              <a:t>Java:</a:t>
            </a:r>
            <a:r>
              <a:rPr lang="en-US" sz="4400" dirty="0"/>
              <a:t> Used for generating synthetic transaction data and handling initial data creation and ingestion processes.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b="1" dirty="0" err="1"/>
              <a:t>FastAPI</a:t>
            </a:r>
            <a:r>
              <a:rPr lang="en-US" sz="4400" b="1" dirty="0"/>
              <a:t>(Python):</a:t>
            </a:r>
            <a:r>
              <a:rPr lang="en-US" sz="4400" dirty="0"/>
              <a:t> Used to build the backend REST API for processing data and returning fraud predictions.</a:t>
            </a:r>
          </a:p>
          <a:p>
            <a:endParaRPr lang="en-US" sz="4400" dirty="0"/>
          </a:p>
          <a:p>
            <a:pPr marL="571500" indent="-571500">
              <a:buFont typeface="Arial"/>
              <a:buChar char="•"/>
            </a:pPr>
            <a:r>
              <a:rPr lang="en-US" sz="4400" b="1" dirty="0"/>
              <a:t>React:</a:t>
            </a:r>
            <a:r>
              <a:rPr lang="en-US" sz="4400" dirty="0"/>
              <a:t> Used to develop the interactive dashboard for data input</a:t>
            </a:r>
            <a:endParaRPr lang="en-US" sz="4200" dirty="0">
              <a:solidFill>
                <a:srgbClr val="003D7E"/>
              </a:solidFill>
              <a:cs typeface="Times"/>
            </a:endParaRPr>
          </a:p>
          <a:p>
            <a:endParaRPr lang="en-US" sz="4200" dirty="0">
              <a:solidFill>
                <a:srgbClr val="003D7E"/>
              </a:solidFill>
              <a:cs typeface="Time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578200-9455-27F5-BFDE-79956A246309}"/>
              </a:ext>
            </a:extLst>
          </p:cNvPr>
          <p:cNvGrpSpPr/>
          <p:nvPr/>
        </p:nvGrpSpPr>
        <p:grpSpPr>
          <a:xfrm>
            <a:off x="13845512" y="20293331"/>
            <a:ext cx="5289889" cy="2298347"/>
            <a:chOff x="14846782" y="8910649"/>
            <a:chExt cx="4417220" cy="4714001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4EA99EB4-0266-0E6F-5740-9B29E9A421F2}"/>
                </a:ext>
              </a:extLst>
            </p:cNvPr>
            <p:cNvSpPr/>
            <p:nvPr/>
          </p:nvSpPr>
          <p:spPr bwMode="auto">
            <a:xfrm>
              <a:off x="14856333" y="8910649"/>
              <a:ext cx="4407669" cy="413348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2354B38-BBCA-7EBA-1301-F20F4796554E}"/>
                </a:ext>
              </a:extLst>
            </p:cNvPr>
            <p:cNvSpPr txBox="1"/>
            <p:nvPr/>
          </p:nvSpPr>
          <p:spPr>
            <a:xfrm>
              <a:off x="14846782" y="9458322"/>
              <a:ext cx="4407669" cy="4166328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1"/>
              <a:r>
                <a:rPr lang="en-US" sz="4200" dirty="0">
                  <a:cs typeface="Times"/>
                </a:rPr>
                <a:t>Upload to Dashboard/Frontend</a:t>
              </a:r>
            </a:p>
            <a:p>
              <a:pPr lvl="1"/>
              <a:endParaRPr lang="en-US" sz="4200" dirty="0">
                <a:cs typeface="Time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9EB539-8530-57F5-BA10-F340B1B52AC0}"/>
              </a:ext>
            </a:extLst>
          </p:cNvPr>
          <p:cNvGrpSpPr/>
          <p:nvPr/>
        </p:nvGrpSpPr>
        <p:grpSpPr>
          <a:xfrm>
            <a:off x="19427609" y="20902240"/>
            <a:ext cx="5289889" cy="4790834"/>
            <a:chOff x="14846782" y="8910649"/>
            <a:chExt cx="4417220" cy="736530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69458AD-A234-33F0-92F7-C009F0A075EB}"/>
                </a:ext>
              </a:extLst>
            </p:cNvPr>
            <p:cNvSpPr/>
            <p:nvPr/>
          </p:nvSpPr>
          <p:spPr bwMode="auto">
            <a:xfrm>
              <a:off x="14856333" y="8910649"/>
              <a:ext cx="4407669" cy="413348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E506A73-8DD6-ECE5-85BD-1C5B0A658720}"/>
                </a:ext>
              </a:extLst>
            </p:cNvPr>
            <p:cNvSpPr txBox="1"/>
            <p:nvPr/>
          </p:nvSpPr>
          <p:spPr>
            <a:xfrm>
              <a:off x="14846782" y="9458322"/>
              <a:ext cx="4407669" cy="681762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1"/>
              <a:r>
                <a:rPr lang="en-US" sz="4200" dirty="0">
                  <a:cs typeface="Times"/>
                </a:rPr>
                <a:t>API Layer:</a:t>
              </a:r>
            </a:p>
            <a:p>
              <a:pPr lvl="1"/>
              <a:r>
                <a:rPr lang="en-US" sz="4200" dirty="0">
                  <a:cs typeface="Times"/>
                </a:rPr>
                <a:t>Connects Dashboard to detection model</a:t>
              </a:r>
            </a:p>
            <a:p>
              <a:pPr lvl="1"/>
              <a:endParaRPr lang="en-US" sz="4200" dirty="0">
                <a:cs typeface="Times"/>
              </a:endParaRPr>
            </a:p>
            <a:p>
              <a:pPr lvl="1"/>
              <a:endParaRPr lang="en-US" sz="4200" dirty="0">
                <a:cs typeface="Time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4B6731A-E839-A7B8-B29E-3EDB08EFE7D3}"/>
              </a:ext>
            </a:extLst>
          </p:cNvPr>
          <p:cNvGrpSpPr/>
          <p:nvPr/>
        </p:nvGrpSpPr>
        <p:grpSpPr>
          <a:xfrm>
            <a:off x="13593359" y="23918971"/>
            <a:ext cx="6603957" cy="4326557"/>
            <a:chOff x="14846782" y="8910649"/>
            <a:chExt cx="4417220" cy="6651534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2F81E1A2-AB62-D0C7-55EA-301273576399}"/>
                </a:ext>
              </a:extLst>
            </p:cNvPr>
            <p:cNvSpPr/>
            <p:nvPr/>
          </p:nvSpPr>
          <p:spPr bwMode="auto">
            <a:xfrm>
              <a:off x="14856333" y="8910649"/>
              <a:ext cx="4407669" cy="413348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9B3F01B-F26B-A85C-216A-7E7DF49839F4}"/>
                </a:ext>
              </a:extLst>
            </p:cNvPr>
            <p:cNvSpPr txBox="1"/>
            <p:nvPr/>
          </p:nvSpPr>
          <p:spPr>
            <a:xfrm>
              <a:off x="14846782" y="9458321"/>
              <a:ext cx="4407669" cy="610386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1"/>
              <a:r>
                <a:rPr lang="en-US" sz="4200" dirty="0">
                  <a:cs typeface="Times"/>
                </a:rPr>
                <a:t>ML Fraud Detection Model</a:t>
              </a:r>
            </a:p>
            <a:p>
              <a:pPr lvl="1"/>
              <a:r>
                <a:rPr lang="en-US" sz="4200" dirty="0">
                  <a:cs typeface="Times"/>
                </a:rPr>
                <a:t>Predicts Fraudulent Transactions</a:t>
              </a:r>
            </a:p>
            <a:p>
              <a:pPr lvl="1"/>
              <a:endParaRPr lang="en-US" sz="4200" dirty="0">
                <a:cs typeface="Times"/>
              </a:endParaRPr>
            </a:p>
            <a:p>
              <a:pPr lvl="1"/>
              <a:endParaRPr lang="en-US" sz="4200" dirty="0">
                <a:cs typeface="Time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45EBC4F-CFD6-4F54-2704-BE02FA156557}"/>
              </a:ext>
            </a:extLst>
          </p:cNvPr>
          <p:cNvGrpSpPr/>
          <p:nvPr/>
        </p:nvGrpSpPr>
        <p:grpSpPr>
          <a:xfrm>
            <a:off x="17996973" y="27039984"/>
            <a:ext cx="6589678" cy="2688667"/>
            <a:chOff x="14846782" y="8910649"/>
            <a:chExt cx="4417220" cy="4133486"/>
          </a:xfrm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F705F45-C90A-45BD-1A03-A7EE2A26507A}"/>
                </a:ext>
              </a:extLst>
            </p:cNvPr>
            <p:cNvSpPr/>
            <p:nvPr/>
          </p:nvSpPr>
          <p:spPr bwMode="auto">
            <a:xfrm>
              <a:off x="14856333" y="8910649"/>
              <a:ext cx="4407669" cy="4133486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charset="0"/>
                <a:ea typeface="ＭＳ Ｐゴシック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E56FEB5-FD55-6369-E45B-4B950354A646}"/>
                </a:ext>
              </a:extLst>
            </p:cNvPr>
            <p:cNvSpPr txBox="1"/>
            <p:nvPr/>
          </p:nvSpPr>
          <p:spPr>
            <a:xfrm>
              <a:off x="14846782" y="9458321"/>
              <a:ext cx="4407669" cy="312290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lvl="1"/>
              <a:r>
                <a:rPr lang="en-US" sz="4200" dirty="0">
                  <a:cs typeface="Times"/>
                </a:rPr>
                <a:t>Results Visualization:</a:t>
              </a:r>
            </a:p>
            <a:p>
              <a:pPr lvl="1"/>
              <a:r>
                <a:rPr lang="en-US" sz="4200" dirty="0">
                  <a:cs typeface="Times"/>
                </a:rPr>
                <a:t>Predicted fraud results displayed in dashboard</a:t>
              </a:r>
            </a:p>
          </p:txBody>
        </p:sp>
      </p:grpSp>
      <p:sp>
        <p:nvSpPr>
          <p:cNvPr id="33" name="Rectangle 15">
            <a:extLst>
              <a:ext uri="{FF2B5EF4-FFF2-40B4-BE49-F238E27FC236}">
                <a16:creationId xmlns:a16="http://schemas.microsoft.com/office/drawing/2014/main" id="{13FBE089-50D5-1AAC-0A27-B87A5CC2B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3753" y="3713402"/>
            <a:ext cx="11600313" cy="11631346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3D7E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C1F64B4-6C65-5209-2AD4-08FC23088CB6}"/>
              </a:ext>
            </a:extLst>
          </p:cNvPr>
          <p:cNvSpPr txBox="1"/>
          <p:nvPr/>
        </p:nvSpPr>
        <p:spPr>
          <a:xfrm>
            <a:off x="13649852" y="3879562"/>
            <a:ext cx="19202400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5400" b="1" dirty="0">
                <a:solidFill>
                  <a:srgbClr val="F58426"/>
                </a:solidFill>
                <a:latin typeface="Times" charset="0"/>
                <a:ea typeface="ＭＳ Ｐゴシック" charset="0"/>
              </a:rPr>
              <a:t>Project Accomplishments:</a:t>
            </a:r>
          </a:p>
          <a:p>
            <a:pPr>
              <a:spcBef>
                <a:spcPct val="50000"/>
              </a:spcBef>
              <a:defRPr/>
            </a:pPr>
            <a:endParaRPr lang="en-US" sz="5400" dirty="0">
              <a:solidFill>
                <a:srgbClr val="F58426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75ABCD-EC11-EF57-A835-4395D2E0F934}"/>
              </a:ext>
            </a:extLst>
          </p:cNvPr>
          <p:cNvSpPr txBox="1"/>
          <p:nvPr/>
        </p:nvSpPr>
        <p:spPr>
          <a:xfrm>
            <a:off x="13546001" y="4691761"/>
            <a:ext cx="10341625" cy="108029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 dirty="0"/>
              <a:t>Built a synthetic data generator that creates realistic credit card transaction data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Developed a machine learning model that predicts potentially fraudulent transactions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Created a full data processing pipeline to clean and analyze transaction data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Designed a backend API to handle data input and return fraud predictions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Built an interactive dashboard that visualizes results in a clear, informative, user-friendly way</a:t>
            </a:r>
            <a:endParaRPr lang="en-US" sz="4200" dirty="0">
              <a:solidFill>
                <a:srgbClr val="003D7E"/>
              </a:solidFill>
              <a:cs typeface="Times"/>
            </a:endParaRP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9B5F08FD-63EB-D411-1931-C688A8E53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425" y="12325775"/>
            <a:ext cx="931970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5400" b="1" dirty="0">
                <a:solidFill>
                  <a:srgbClr val="F58426"/>
                </a:solidFill>
                <a:latin typeface="Times" charset="0"/>
                <a:ea typeface="ＭＳ Ｐゴシック" charset="0"/>
              </a:rPr>
              <a:t>Why It’s Useful:</a:t>
            </a:r>
            <a:endParaRPr lang="en-US" sz="3600" dirty="0">
              <a:solidFill>
                <a:srgbClr val="F58426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AF8EB-5F12-FDEB-D5EA-327F7F445132}"/>
              </a:ext>
            </a:extLst>
          </p:cNvPr>
          <p:cNvSpPr txBox="1"/>
          <p:nvPr/>
        </p:nvSpPr>
        <p:spPr>
          <a:xfrm>
            <a:off x="2217434" y="4590223"/>
            <a:ext cx="10341625" cy="74481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 dirty="0"/>
              <a:t>Build an end-to-end data analytics pipeline for credit card transactions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Process and analyze transaction data to detect suspicious activity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Apply machine learning to identify potentially fraudulent transactions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Present results through a clear, interactive dashboard</a:t>
            </a:r>
            <a:endParaRPr lang="en-US" sz="4200" dirty="0">
              <a:solidFill>
                <a:srgbClr val="003D7E"/>
              </a:solidFill>
              <a:cs typeface="Times"/>
            </a:endParaRPr>
          </a:p>
        </p:txBody>
      </p:sp>
      <p:sp>
        <p:nvSpPr>
          <p:cNvPr id="10" name="Rectangle 15">
            <a:extLst>
              <a:ext uri="{FF2B5EF4-FFF2-40B4-BE49-F238E27FC236}">
                <a16:creationId xmlns:a16="http://schemas.microsoft.com/office/drawing/2014/main" id="{F8E84671-7885-3368-D5DE-2ED6D4800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855" y="12359211"/>
            <a:ext cx="10563225" cy="6746779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solidFill>
                <a:srgbClr val="003D7E"/>
              </a:solidFill>
              <a:latin typeface="Times" charset="0"/>
              <a:ea typeface="ＭＳ Ｐゴシック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F4DDDC-560B-53BE-B326-9AA23BABF3B2}"/>
              </a:ext>
            </a:extLst>
          </p:cNvPr>
          <p:cNvSpPr txBox="1"/>
          <p:nvPr/>
        </p:nvSpPr>
        <p:spPr>
          <a:xfrm>
            <a:off x="2354283" y="12981236"/>
            <a:ext cx="10144065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 dirty="0"/>
              <a:t>Automates fraud detection on large volumes of data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Quickly flags suspicious transactions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Reduces reliance on manual analysis</a:t>
            </a:r>
          </a:p>
          <a:p>
            <a:pPr marL="571500" indent="-571500">
              <a:buFont typeface="Arial"/>
              <a:buChar char="•"/>
            </a:pPr>
            <a:endParaRPr lang="en-US" sz="4400" dirty="0"/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Helps improve financial security and reduce potential losses</a:t>
            </a:r>
            <a:endParaRPr lang="en-US" sz="4200" dirty="0">
              <a:solidFill>
                <a:srgbClr val="003D7E"/>
              </a:solidFill>
              <a:cs typeface="Time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CB00F5-D6E2-443B-FE47-171EBB8A560C}"/>
              </a:ext>
            </a:extLst>
          </p:cNvPr>
          <p:cNvSpPr txBox="1"/>
          <p:nvPr/>
        </p:nvSpPr>
        <p:spPr>
          <a:xfrm>
            <a:off x="25912423" y="20759378"/>
            <a:ext cx="10144065" cy="88331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Arial"/>
              <a:buChar char="•"/>
            </a:pPr>
            <a:r>
              <a:rPr lang="en-US" sz="4400" dirty="0"/>
              <a:t>Improve model accuracy with better features, larger datasets, and advanced algorithms</a:t>
            </a:r>
          </a:p>
          <a:p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Expand beyond credit cards to online transfers, digital wallets, and P2P payments</a:t>
            </a:r>
          </a:p>
          <a:p>
            <a:pPr marL="571500" indent="-571500">
              <a:buFont typeface="Arial"/>
              <a:buChar char="•"/>
            </a:pPr>
            <a:endParaRPr lang="en-US" sz="4200" dirty="0">
              <a:solidFill>
                <a:srgbClr val="003D7E"/>
              </a:solidFill>
              <a:latin typeface="Times"/>
              <a:ea typeface="MS PGothic"/>
              <a:cs typeface="Times"/>
            </a:endParaRPr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Add more fraud patterns to improve detection coverage</a:t>
            </a:r>
          </a:p>
          <a:p>
            <a:pPr marL="571500" indent="-571500">
              <a:buFont typeface="Arial"/>
              <a:buChar char="•"/>
            </a:pPr>
            <a:endParaRPr lang="en-US" sz="4400" dirty="0"/>
          </a:p>
          <a:p>
            <a:pPr marL="571500" indent="-571500">
              <a:buFont typeface="Arial"/>
              <a:buChar char="•"/>
            </a:pPr>
            <a:r>
              <a:rPr lang="en-US" sz="4400" dirty="0"/>
              <a:t>Enhance dashboard with more analytics for better realism and usability</a:t>
            </a:r>
            <a:endParaRPr lang="en-US" sz="4200" dirty="0">
              <a:solidFill>
                <a:srgbClr val="003D7E"/>
              </a:solidFill>
              <a:cs typeface="Times"/>
            </a:endParaRPr>
          </a:p>
        </p:txBody>
      </p:sp>
    </p:spTree>
    <p:extLst>
      <p:ext uri="{BB962C8B-B14F-4D97-AF65-F5344CB8AC3E}">
        <p14:creationId xmlns:p14="http://schemas.microsoft.com/office/powerpoint/2010/main" val="95001844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ＭＳ Ｐゴシック"/>
        <a:cs typeface=""/>
      </a:majorFont>
      <a:minorFont>
        <a:latin typeface="Time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39b973-2d41-43c1-9bb3-8188283ed674" xsi:nil="true"/>
    <lcf76f155ced4ddcb4097134ff3c332f xmlns="0629ad77-91cb-41d2-9af5-65b9610f30e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77647615FEDB459109097026EC6285" ma:contentTypeVersion="9" ma:contentTypeDescription="Create a new document." ma:contentTypeScope="" ma:versionID="0e812505de93de0a6931ab89f71b2d34">
  <xsd:schema xmlns:xsd="http://www.w3.org/2001/XMLSchema" xmlns:xs="http://www.w3.org/2001/XMLSchema" xmlns:p="http://schemas.microsoft.com/office/2006/metadata/properties" xmlns:ns2="0629ad77-91cb-41d2-9af5-65b9610f30e7" xmlns:ns3="5539b973-2d41-43c1-9bb3-8188283ed674" targetNamespace="http://schemas.microsoft.com/office/2006/metadata/properties" ma:root="true" ma:fieldsID="6cd5a9bb2d506b3c5edb1996750e9502" ns2:_="" ns3:_="">
    <xsd:import namespace="0629ad77-91cb-41d2-9af5-65b9610f30e7"/>
    <xsd:import namespace="5539b973-2d41-43c1-9bb3-8188283ed6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29ad77-91cb-41d2-9af5-65b9610f30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c961168-1882-404d-b78f-614f2ba847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39b973-2d41-43c1-9bb3-8188283ed67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0ac6da1-26cb-4b01-9d1f-baa659ed07c4}" ma:internalName="TaxCatchAll" ma:showField="CatchAllData" ma:web="5539b973-2d41-43c1-9bb3-8188283ed6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6A46863-FF25-4FA1-B2DE-24E5A948D8E8}">
  <ds:schemaRefs>
    <ds:schemaRef ds:uri="0629ad77-91cb-41d2-9af5-65b9610f30e7"/>
    <ds:schemaRef ds:uri="5539b973-2d41-43c1-9bb3-8188283ed674"/>
    <ds:schemaRef ds:uri="b66ed98e-d26e-4cbc-a2b0-bddfeb6f0a79"/>
    <ds:schemaRef ds:uri="bed300c7-e8ea-4794-8f8f-e9031014235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B6B934-B0E8-4FD1-8576-DE553748CDA8}">
  <ds:schemaRefs>
    <ds:schemaRef ds:uri="0629ad77-91cb-41d2-9af5-65b9610f30e7"/>
    <ds:schemaRef ds:uri="5539b973-2d41-43c1-9bb3-8188283ed6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0FF5450-53B2-4B4D-A425-BFED8866581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387</Words>
  <Application>Microsoft Office PowerPoint</Application>
  <PresentationFormat>Custom</PresentationFormat>
  <Paragraphs>68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</vt:lpstr>
      <vt:lpstr>Blank Presentation</vt:lpstr>
      <vt:lpstr>PowerPoint Presentation</vt:lpstr>
    </vt:vector>
  </TitlesOfParts>
  <Company>SUNY New Paltz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Maureen Morrow;Corwin Senko</dc:creator>
  <cp:lastModifiedBy>John Cavanaugh</cp:lastModifiedBy>
  <cp:revision>454</cp:revision>
  <cp:lastPrinted>2009-10-09T21:04:43Z</cp:lastPrinted>
  <dcterms:created xsi:type="dcterms:W3CDTF">2009-10-09T20:39:55Z</dcterms:created>
  <dcterms:modified xsi:type="dcterms:W3CDTF">2026-04-29T14:13:42Z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0x0101003177647615FEDB459109097026EC6285</vt:lpwstr>
  </property>
</Properties>
</file>